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av" ContentType="audio/x-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699" r:id="rId5"/>
  </p:sldMasterIdLst>
  <p:notesMasterIdLst>
    <p:notesMasterId r:id="rId120"/>
  </p:notesMasterIdLst>
  <p:sldIdLst/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F99E"/>
    <a:srgbClr val="FBDE39"/>
    <a:srgbClr val="F5F5F5"/>
    <a:srgbClr val="68E8F7"/>
    <a:srgbClr val="64D9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8E3D64-558C-9EF7-7599-D6E7185D64B4}" v="2" dt="2026-02-13T14:15:59.1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23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24" Type="http://schemas.openxmlformats.org/officeDocument/2006/relationships/tableStyles" Target="tableStyles.xml"/><Relationship Id="rId1" Type="http://schemas.openxmlformats.org/officeDocument/2006/relationships/customXml" Target="../customXml/item1.xml"/><Relationship Id="rId120" Type="http://schemas.openxmlformats.org/officeDocument/2006/relationships/notesMaster" Target="notesMasters/notesMaster1.xml"/><Relationship Id="rId1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26" Type="http://schemas.microsoft.com/office/2015/10/relationships/revisionInfo" Target="revisionInfo.xml"/><Relationship Id="rId121" Type="http://schemas.openxmlformats.org/officeDocument/2006/relationships/presProps" Target="presProps.xml"/><Relationship Id="rId3" Type="http://schemas.openxmlformats.org/officeDocument/2006/relationships/customXml" Target="../customXml/item3.xml"/><Relationship Id="rId122" Type="http://schemas.openxmlformats.org/officeDocument/2006/relationships/viewProps" Target="viewProps.xml"/><Relationship Id="rId4" Type="http://schemas.openxmlformats.org/officeDocument/2006/relationships/slideMaster" Target="slideMasters/slide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us Thommel" userId="4ad4af7f-3c9d-477b-9513-3cf288f2e9c4" providerId="ADAL" clId="{B2669DD5-2ACE-5263-809B-E794C6347FB4}"/>
    <pc:docChg chg="undo redo custSel addSld delSld modSld">
      <pc:chgData name="Julius Thommel" userId="4ad4af7f-3c9d-477b-9513-3cf288f2e9c4" providerId="ADAL" clId="{B2669DD5-2ACE-5263-809B-E794C6347FB4}" dt="2026-02-10T13:44:38.068" v="390"/>
      <pc:docMkLst>
        <pc:docMk/>
      </pc:docMkLst>
      <pc:sldChg chg="addSp delSp modSp mod">
        <pc:chgData name="Julius Thommel" userId="4ad4af7f-3c9d-477b-9513-3cf288f2e9c4" providerId="ADAL" clId="{B2669DD5-2ACE-5263-809B-E794C6347FB4}" dt="2026-02-10T09:55:04.281" v="243" actId="1076"/>
        <pc:sldMkLst>
          <pc:docMk/>
          <pc:sldMk cId="2000076324" sldId="2134804602"/>
        </pc:sldMkLst>
        <pc:spChg chg="mod">
          <ac:chgData name="Julius Thommel" userId="4ad4af7f-3c9d-477b-9513-3cf288f2e9c4" providerId="ADAL" clId="{B2669DD5-2ACE-5263-809B-E794C6347FB4}" dt="2026-02-10T09:55:04.281" v="243" actId="1076"/>
          <ac:spMkLst>
            <pc:docMk/>
            <pc:sldMk cId="2000076324" sldId="2134804602"/>
            <ac:spMk id="2" creationId="{38E0A28F-F3DE-E8F2-473D-11CCB51799A3}"/>
          </ac:spMkLst>
        </pc:spChg>
        <pc:picChg chg="add mod">
          <ac:chgData name="Julius Thommel" userId="4ad4af7f-3c9d-477b-9513-3cf288f2e9c4" providerId="ADAL" clId="{B2669DD5-2ACE-5263-809B-E794C6347FB4}" dt="2026-02-10T09:54:59.008" v="241" actId="1076"/>
          <ac:picMkLst>
            <pc:docMk/>
            <pc:sldMk cId="2000076324" sldId="2134804602"/>
            <ac:picMk id="6" creationId="{46EC7D98-6604-4F21-2B86-5E4E70B20BA3}"/>
          </ac:picMkLst>
        </pc:picChg>
      </pc:sldChg>
      <pc:sldChg chg="addSp delSp modSp mod">
        <pc:chgData name="Julius Thommel" userId="4ad4af7f-3c9d-477b-9513-3cf288f2e9c4" providerId="ADAL" clId="{B2669DD5-2ACE-5263-809B-E794C6347FB4}" dt="2026-02-09T20:30:45.760" v="232" actId="1076"/>
        <pc:sldMkLst>
          <pc:docMk/>
          <pc:sldMk cId="4161729036" sldId="2134804604"/>
        </pc:sldMkLst>
        <pc:spChg chg="add mod">
          <ac:chgData name="Julius Thommel" userId="4ad4af7f-3c9d-477b-9513-3cf288f2e9c4" providerId="ADAL" clId="{B2669DD5-2ACE-5263-809B-E794C6347FB4}" dt="2026-02-09T20:30:25.210" v="226" actId="14100"/>
          <ac:spMkLst>
            <pc:docMk/>
            <pc:sldMk cId="4161729036" sldId="2134804604"/>
            <ac:spMk id="11" creationId="{7589F54B-2803-43E3-49C6-C9FD47D01AE0}"/>
          </ac:spMkLst>
        </pc:spChg>
        <pc:grpChg chg="add mod">
          <ac:chgData name="Julius Thommel" userId="4ad4af7f-3c9d-477b-9513-3cf288f2e9c4" providerId="ADAL" clId="{B2669DD5-2ACE-5263-809B-E794C6347FB4}" dt="2026-02-09T20:30:45.760" v="232" actId="1076"/>
          <ac:grpSpMkLst>
            <pc:docMk/>
            <pc:sldMk cId="4161729036" sldId="2134804604"/>
            <ac:grpSpMk id="12" creationId="{560FBE6D-1322-48D8-14CB-CC1FF295F88C}"/>
          </ac:grpSpMkLst>
        </pc:grpChg>
        <pc:graphicFrameChg chg="add mod">
          <ac:chgData name="Julius Thommel" userId="4ad4af7f-3c9d-477b-9513-3cf288f2e9c4" providerId="ADAL" clId="{B2669DD5-2ACE-5263-809B-E794C6347FB4}" dt="2026-02-09T20:29:19.459" v="214" actId="1076"/>
          <ac:graphicFrameMkLst>
            <pc:docMk/>
            <pc:sldMk cId="4161729036" sldId="2134804604"/>
            <ac:graphicFrameMk id="8" creationId="{A05CE909-F081-D3AD-1BD2-A31A1D339A78}"/>
          </ac:graphicFrameMkLst>
        </pc:graphicFrameChg>
        <pc:picChg chg="add del mod">
          <ac:chgData name="Julius Thommel" userId="4ad4af7f-3c9d-477b-9513-3cf288f2e9c4" providerId="ADAL" clId="{B2669DD5-2ACE-5263-809B-E794C6347FB4}" dt="2026-02-09T20:30:42.111" v="231" actId="1076"/>
          <ac:picMkLst>
            <pc:docMk/>
            <pc:sldMk cId="4161729036" sldId="2134804604"/>
            <ac:picMk id="6" creationId="{B3D026B1-AF05-7768-7D0D-1D9E8C5E9FCF}"/>
          </ac:picMkLst>
        </pc:picChg>
        <pc:picChg chg="add mod">
          <ac:chgData name="Julius Thommel" userId="4ad4af7f-3c9d-477b-9513-3cf288f2e9c4" providerId="ADAL" clId="{B2669DD5-2ACE-5263-809B-E794C6347FB4}" dt="2026-02-09T20:30:40.248" v="230" actId="1076"/>
          <ac:picMkLst>
            <pc:docMk/>
            <pc:sldMk cId="4161729036" sldId="2134804604"/>
            <ac:picMk id="7" creationId="{23DF9076-E4AA-AF5A-E453-EAEFFFC69995}"/>
          </ac:picMkLst>
        </pc:picChg>
      </pc:sldChg>
      <pc:sldChg chg="modSp mod">
        <pc:chgData name="Julius Thommel" userId="4ad4af7f-3c9d-477b-9513-3cf288f2e9c4" providerId="ADAL" clId="{B2669DD5-2ACE-5263-809B-E794C6347FB4}" dt="2026-02-10T10:48:06.060" v="300" actId="1076"/>
        <pc:sldMkLst>
          <pc:docMk/>
          <pc:sldMk cId="2288917072" sldId="2134804611"/>
        </pc:sldMkLst>
      </pc:sldChg>
      <pc:sldChg chg="addSp delSp modSp mod modAnim">
        <pc:chgData name="Julius Thommel" userId="4ad4af7f-3c9d-477b-9513-3cf288f2e9c4" providerId="ADAL" clId="{B2669DD5-2ACE-5263-809B-E794C6347FB4}" dt="2026-02-10T11:40:15.123" v="362" actId="207"/>
        <pc:sldMkLst>
          <pc:docMk/>
          <pc:sldMk cId="1515372655" sldId="2134804617"/>
        </pc:sldMkLst>
        <pc:spChg chg="mod">
          <ac:chgData name="Julius Thommel" userId="4ad4af7f-3c9d-477b-9513-3cf288f2e9c4" providerId="ADAL" clId="{B2669DD5-2ACE-5263-809B-E794C6347FB4}" dt="2026-02-10T11:40:04.415" v="356" actId="20577"/>
          <ac:spMkLst>
            <pc:docMk/>
            <pc:sldMk cId="1515372655" sldId="2134804617"/>
            <ac:spMk id="5" creationId="{C5BE6E45-6A25-C6BE-8041-6B4239F77FB8}"/>
          </ac:spMkLst>
        </pc:spChg>
        <pc:spChg chg="mod">
          <ac:chgData name="Julius Thommel" userId="4ad4af7f-3c9d-477b-9513-3cf288f2e9c4" providerId="ADAL" clId="{B2669DD5-2ACE-5263-809B-E794C6347FB4}" dt="2026-02-10T11:40:08.787" v="361" actId="20577"/>
          <ac:spMkLst>
            <pc:docMk/>
            <pc:sldMk cId="1515372655" sldId="2134804617"/>
            <ac:spMk id="7" creationId="{B16C665D-3D5D-FD38-6AA5-6CCDB483A9D6}"/>
          </ac:spMkLst>
        </pc:spChg>
        <pc:spChg chg="mod">
          <ac:chgData name="Julius Thommel" userId="4ad4af7f-3c9d-477b-9513-3cf288f2e9c4" providerId="ADAL" clId="{B2669DD5-2ACE-5263-809B-E794C6347FB4}" dt="2026-02-10T11:40:15.123" v="362" actId="207"/>
          <ac:spMkLst>
            <pc:docMk/>
            <pc:sldMk cId="1515372655" sldId="2134804617"/>
            <ac:spMk id="11" creationId="{D4B7A4C8-5C59-4C57-D6D0-472AB2FE445E}"/>
          </ac:spMkLst>
        </pc:spChg>
      </pc:sldChg>
      <pc:sldChg chg="addSp modSp">
        <pc:chgData name="Julius Thommel" userId="4ad4af7f-3c9d-477b-9513-3cf288f2e9c4" providerId="ADAL" clId="{B2669DD5-2ACE-5263-809B-E794C6347FB4}" dt="2026-02-10T10:50:00.187" v="302"/>
        <pc:sldMkLst>
          <pc:docMk/>
          <pc:sldMk cId="4004355921" sldId="2134804621"/>
        </pc:sldMkLst>
      </pc:sldChg>
      <pc:sldChg chg="modAnim">
        <pc:chgData name="Julius Thommel" userId="4ad4af7f-3c9d-477b-9513-3cf288f2e9c4" providerId="ADAL" clId="{B2669DD5-2ACE-5263-809B-E794C6347FB4}" dt="2026-02-10T13:44:38.068" v="390"/>
        <pc:sldMkLst>
          <pc:docMk/>
          <pc:sldMk cId="3466940213" sldId="2134804868"/>
        </pc:sldMkLst>
      </pc:sldChg>
      <pc:sldChg chg="modSp mod">
        <pc:chgData name="Julius Thommel" userId="4ad4af7f-3c9d-477b-9513-3cf288f2e9c4" providerId="ADAL" clId="{B2669DD5-2ACE-5263-809B-E794C6347FB4}" dt="2026-02-09T15:53:11.569" v="79" actId="20577"/>
        <pc:sldMkLst>
          <pc:docMk/>
          <pc:sldMk cId="3600790132" sldId="2134804880"/>
        </pc:sldMkLst>
        <pc:spChg chg="mod">
          <ac:chgData name="Julius Thommel" userId="4ad4af7f-3c9d-477b-9513-3cf288f2e9c4" providerId="ADAL" clId="{B2669DD5-2ACE-5263-809B-E794C6347FB4}" dt="2026-02-09T15:53:11.569" v="79" actId="20577"/>
          <ac:spMkLst>
            <pc:docMk/>
            <pc:sldMk cId="3600790132" sldId="2134804880"/>
            <ac:spMk id="9" creationId="{DC2D85D9-B6E9-0BB0-7624-A7E6FC4124A0}"/>
          </ac:spMkLst>
        </pc:spChg>
      </pc:sldChg>
      <pc:sldChg chg="addSp delSp modSp mod">
        <pc:chgData name="Julius Thommel" userId="4ad4af7f-3c9d-477b-9513-3cf288f2e9c4" providerId="ADAL" clId="{B2669DD5-2ACE-5263-809B-E794C6347FB4}" dt="2026-02-10T13:40:17.671" v="388" actId="1076"/>
        <pc:sldMkLst>
          <pc:docMk/>
          <pc:sldMk cId="570989827" sldId="2134804887"/>
        </pc:sldMkLst>
        <pc:spChg chg="add del">
          <ac:chgData name="Julius Thommel" userId="4ad4af7f-3c9d-477b-9513-3cf288f2e9c4" providerId="ADAL" clId="{B2669DD5-2ACE-5263-809B-E794C6347FB4}" dt="2026-02-09T20:21:08.045" v="164" actId="478"/>
          <ac:spMkLst>
            <pc:docMk/>
            <pc:sldMk cId="570989827" sldId="2134804887"/>
            <ac:spMk id="22" creationId="{165E6E50-A4AF-60A0-669A-8EB7052545E3}"/>
          </ac:spMkLst>
        </pc:spChg>
        <pc:picChg chg="add mod">
          <ac:chgData name="Julius Thommel" userId="4ad4af7f-3c9d-477b-9513-3cf288f2e9c4" providerId="ADAL" clId="{B2669DD5-2ACE-5263-809B-E794C6347FB4}" dt="2026-02-10T13:40:14.271" v="387" actId="1076"/>
          <ac:picMkLst>
            <pc:docMk/>
            <pc:sldMk cId="570989827" sldId="2134804887"/>
            <ac:picMk id="3" creationId="{8CAC8F3E-E0F1-6043-6E96-414CB0246978}"/>
          </ac:picMkLst>
        </pc:picChg>
        <pc:picChg chg="add mod">
          <ac:chgData name="Julius Thommel" userId="4ad4af7f-3c9d-477b-9513-3cf288f2e9c4" providerId="ADAL" clId="{B2669DD5-2ACE-5263-809B-E794C6347FB4}" dt="2026-02-10T13:39:39.539" v="373" actId="1076"/>
          <ac:picMkLst>
            <pc:docMk/>
            <pc:sldMk cId="570989827" sldId="2134804887"/>
            <ac:picMk id="5" creationId="{F4A36064-FDD0-79DA-C4CD-E8412BF40297}"/>
          </ac:picMkLst>
        </pc:picChg>
        <pc:picChg chg="add mod modCrop">
          <ac:chgData name="Julius Thommel" userId="4ad4af7f-3c9d-477b-9513-3cf288f2e9c4" providerId="ADAL" clId="{B2669DD5-2ACE-5263-809B-E794C6347FB4}" dt="2026-02-10T13:40:07.004" v="383" actId="1076"/>
          <ac:picMkLst>
            <pc:docMk/>
            <pc:sldMk cId="570989827" sldId="2134804887"/>
            <ac:picMk id="9" creationId="{2DE63F0A-153C-DA2E-AF55-B460EBBA93D6}"/>
          </ac:picMkLst>
        </pc:picChg>
        <pc:picChg chg="mod modCrop">
          <ac:chgData name="Julius Thommel" userId="4ad4af7f-3c9d-477b-9513-3cf288f2e9c4" providerId="ADAL" clId="{B2669DD5-2ACE-5263-809B-E794C6347FB4}" dt="2026-02-10T13:40:17.671" v="388" actId="1076"/>
          <ac:picMkLst>
            <pc:docMk/>
            <pc:sldMk cId="570989827" sldId="2134804887"/>
            <ac:picMk id="14" creationId="{F64EF225-D789-C9BE-2652-42BC6AD78B89}"/>
          </ac:picMkLst>
        </pc:picChg>
      </pc:sldChg>
      <pc:sldChg chg="modSp add mod">
        <pc:chgData name="Julius Thommel" userId="4ad4af7f-3c9d-477b-9513-3cf288f2e9c4" providerId="ADAL" clId="{B2669DD5-2ACE-5263-809B-E794C6347FB4}" dt="2026-02-08T23:28:45.818" v="29" actId="20577"/>
        <pc:sldMkLst>
          <pc:docMk/>
          <pc:sldMk cId="1616312458" sldId="2134805096"/>
        </pc:sldMkLst>
        <pc:spChg chg="mod">
          <ac:chgData name="Julius Thommel" userId="4ad4af7f-3c9d-477b-9513-3cf288f2e9c4" providerId="ADAL" clId="{B2669DD5-2ACE-5263-809B-E794C6347FB4}" dt="2026-02-08T23:28:45.818" v="29" actId="20577"/>
          <ac:spMkLst>
            <pc:docMk/>
            <pc:sldMk cId="1616312458" sldId="2134805096"/>
            <ac:spMk id="4" creationId="{EDAE07BF-0F25-21F1-E2D3-6E3B2172C34E}"/>
          </ac:spMkLst>
        </pc:spChg>
        <pc:spChg chg="mod">
          <ac:chgData name="Julius Thommel" userId="4ad4af7f-3c9d-477b-9513-3cf288f2e9c4" providerId="ADAL" clId="{B2669DD5-2ACE-5263-809B-E794C6347FB4}" dt="2026-02-08T23:23:21.999" v="6" actId="20577"/>
          <ac:spMkLst>
            <pc:docMk/>
            <pc:sldMk cId="1616312458" sldId="2134805096"/>
            <ac:spMk id="5" creationId="{C920AE38-206B-F027-C484-9D29A416F177}"/>
          </ac:spMkLst>
        </pc:spChg>
        <pc:spChg chg="mod">
          <ac:chgData name="Julius Thommel" userId="4ad4af7f-3c9d-477b-9513-3cf288f2e9c4" providerId="ADAL" clId="{B2669DD5-2ACE-5263-809B-E794C6347FB4}" dt="2026-02-08T23:24:24.539" v="14" actId="14100"/>
          <ac:spMkLst>
            <pc:docMk/>
            <pc:sldMk cId="1616312458" sldId="2134805096"/>
            <ac:spMk id="10" creationId="{5339CEA7-1621-C765-1648-E9BBAE63ED36}"/>
          </ac:spMkLst>
        </pc:spChg>
        <pc:spChg chg="mod">
          <ac:chgData name="Julius Thommel" userId="4ad4af7f-3c9d-477b-9513-3cf288f2e9c4" providerId="ADAL" clId="{B2669DD5-2ACE-5263-809B-E794C6347FB4}" dt="2026-02-08T23:24:27.997" v="16" actId="20577"/>
          <ac:spMkLst>
            <pc:docMk/>
            <pc:sldMk cId="1616312458" sldId="2134805096"/>
            <ac:spMk id="24" creationId="{30628734-F743-0409-C95F-EF54ECD05158}"/>
          </ac:spMkLst>
        </pc:spChg>
      </pc:sldChg>
      <pc:sldChg chg="modSp mod">
        <pc:chgData name="Julius Thommel" userId="4ad4af7f-3c9d-477b-9513-3cf288f2e9c4" providerId="ADAL" clId="{B2669DD5-2ACE-5263-809B-E794C6347FB4}" dt="2026-02-10T11:43:16.513" v="364" actId="113"/>
        <pc:sldMkLst>
          <pc:docMk/>
          <pc:sldMk cId="3177055021" sldId="2134805098"/>
        </pc:sldMkLst>
        <pc:spChg chg="mod">
          <ac:chgData name="Julius Thommel" userId="4ad4af7f-3c9d-477b-9513-3cf288f2e9c4" providerId="ADAL" clId="{B2669DD5-2ACE-5263-809B-E794C6347FB4}" dt="2026-02-10T11:43:16.513" v="364" actId="113"/>
          <ac:spMkLst>
            <pc:docMk/>
            <pc:sldMk cId="3177055021" sldId="2134805098"/>
            <ac:spMk id="2" creationId="{0457AD5D-0D5B-218D-E595-2F48F5388955}"/>
          </ac:spMkLst>
        </pc:spChg>
      </pc:sldChg>
      <pc:sldChg chg="add">
        <pc:chgData name="Julius Thommel" userId="4ad4af7f-3c9d-477b-9513-3cf288f2e9c4" providerId="ADAL" clId="{B2669DD5-2ACE-5263-809B-E794C6347FB4}" dt="2026-02-10T10:28:21.149" v="255"/>
        <pc:sldMkLst>
          <pc:docMk/>
          <pc:sldMk cId="4026314714" sldId="2134805128"/>
        </pc:sldMkLst>
      </pc:sldChg>
    </pc:docChg>
  </pc:docChgLst>
  <pc:docChgLst>
    <pc:chgData name="Gian Abdulla" userId="S::gian.abdulla@onethousand.ai::4e80786b-2d51-443c-a2fc-5726e5b91194" providerId="AD" clId="Web-{CB8E3D64-558C-9EF7-7599-D6E7185D64B4}"/>
    <pc:docChg chg="modSld">
      <pc:chgData name="Gian Abdulla" userId="S::gian.abdulla@onethousand.ai::4e80786b-2d51-443c-a2fc-5726e5b91194" providerId="AD" clId="Web-{CB8E3D64-558C-9EF7-7599-D6E7185D64B4}" dt="2026-02-13T14:15:59.122" v="1" actId="20577"/>
      <pc:docMkLst>
        <pc:docMk/>
      </pc:docMkLst>
      <pc:sldChg chg="modSp">
        <pc:chgData name="Gian Abdulla" userId="S::gian.abdulla@onethousand.ai::4e80786b-2d51-443c-a2fc-5726e5b91194" providerId="AD" clId="Web-{CB8E3D64-558C-9EF7-7599-D6E7185D64B4}" dt="2026-02-13T14:15:59.122" v="1" actId="20577"/>
        <pc:sldMkLst>
          <pc:docMk/>
          <pc:sldMk cId="3408889860" sldId="688"/>
        </pc:sldMkLst>
        <pc:spChg chg="mod">
          <ac:chgData name="Gian Abdulla" userId="S::gian.abdulla@onethousand.ai::4e80786b-2d51-443c-a2fc-5726e5b91194" providerId="AD" clId="Web-{CB8E3D64-558C-9EF7-7599-D6E7185D64B4}" dt="2026-02-13T14:15:59.122" v="1" actId="20577"/>
          <ac:spMkLst>
            <pc:docMk/>
            <pc:sldMk cId="3408889860" sldId="688"/>
            <ac:spMk id="5" creationId="{A026F164-A602-4A4F-739F-726B2284D9AC}"/>
          </ac:spMkLst>
        </pc:spChg>
      </pc:sldChg>
    </pc:docChg>
  </pc:docChgLst>
  <pc:docChgLst>
    <pc:chgData name="Tim Schleicher" userId="c2d21f0e-e815-463a-9e21-ac72c1971601" providerId="ADAL" clId="{18F67181-0EE8-5DFA-BD4D-B7A4AFCC20E8}"/>
    <pc:docChg chg="undo custSel addSld delSld modSld">
      <pc:chgData name="Tim Schleicher" userId="c2d21f0e-e815-463a-9e21-ac72c1971601" providerId="ADAL" clId="{18F67181-0EE8-5DFA-BD4D-B7A4AFCC20E8}" dt="2026-02-09T13:44:57.643" v="293" actId="14100"/>
      <pc:docMkLst>
        <pc:docMk/>
      </pc:docMkLst>
      <pc:sldChg chg="add">
        <pc:chgData name="Tim Schleicher" userId="c2d21f0e-e815-463a-9e21-ac72c1971601" providerId="ADAL" clId="{18F67181-0EE8-5DFA-BD4D-B7A4AFCC20E8}" dt="2026-02-08T21:49:03.805" v="188"/>
        <pc:sldMkLst>
          <pc:docMk/>
          <pc:sldMk cId="23589284" sldId="369"/>
        </pc:sldMkLst>
      </pc:sldChg>
      <pc:sldChg chg="add">
        <pc:chgData name="Tim Schleicher" userId="c2d21f0e-e815-463a-9e21-ac72c1971601" providerId="ADAL" clId="{18F67181-0EE8-5DFA-BD4D-B7A4AFCC20E8}" dt="2026-02-08T21:49:03.805" v="188"/>
        <pc:sldMkLst>
          <pc:docMk/>
          <pc:sldMk cId="727811352" sldId="376"/>
        </pc:sldMkLst>
      </pc:sldChg>
      <pc:sldChg chg="add">
        <pc:chgData name="Tim Schleicher" userId="c2d21f0e-e815-463a-9e21-ac72c1971601" providerId="ADAL" clId="{18F67181-0EE8-5DFA-BD4D-B7A4AFCC20E8}" dt="2026-02-08T21:49:03.805" v="188"/>
        <pc:sldMkLst>
          <pc:docMk/>
          <pc:sldMk cId="2609086165" sldId="377"/>
        </pc:sldMkLst>
      </pc:sldChg>
      <pc:sldChg chg="add">
        <pc:chgData name="Tim Schleicher" userId="c2d21f0e-e815-463a-9e21-ac72c1971601" providerId="ADAL" clId="{18F67181-0EE8-5DFA-BD4D-B7A4AFCC20E8}" dt="2026-02-08T21:49:03.805" v="188"/>
        <pc:sldMkLst>
          <pc:docMk/>
          <pc:sldMk cId="3020366825" sldId="389"/>
        </pc:sldMkLst>
      </pc:sldChg>
      <pc:sldChg chg="add del">
        <pc:chgData name="Tim Schleicher" userId="c2d21f0e-e815-463a-9e21-ac72c1971601" providerId="ADAL" clId="{18F67181-0EE8-5DFA-BD4D-B7A4AFCC20E8}" dt="2026-02-08T20:32:57.246" v="146"/>
        <pc:sldMkLst>
          <pc:docMk/>
          <pc:sldMk cId="1795349337" sldId="665"/>
        </pc:sldMkLst>
      </pc:sldChg>
      <pc:sldChg chg="modSp mod">
        <pc:chgData name="Tim Schleicher" userId="c2d21f0e-e815-463a-9e21-ac72c1971601" providerId="ADAL" clId="{18F67181-0EE8-5DFA-BD4D-B7A4AFCC20E8}" dt="2026-02-08T20:35:42.756" v="162" actId="14100"/>
        <pc:sldMkLst>
          <pc:docMk/>
          <pc:sldMk cId="3408889860" sldId="688"/>
        </pc:sldMkLst>
        <pc:spChg chg="mod">
          <ac:chgData name="Tim Schleicher" userId="c2d21f0e-e815-463a-9e21-ac72c1971601" providerId="ADAL" clId="{18F67181-0EE8-5DFA-BD4D-B7A4AFCC20E8}" dt="2026-02-08T20:35:42.756" v="162" actId="14100"/>
          <ac:spMkLst>
            <pc:docMk/>
            <pc:sldMk cId="3408889860" sldId="688"/>
            <ac:spMk id="5" creationId="{A026F164-A602-4A4F-739F-726B2284D9AC}"/>
          </ac:spMkLst>
        </pc:spChg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3134254011" sldId="2134804468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754523253" sldId="2134804469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3508277447" sldId="2134804470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2843280945" sldId="2134804472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3427391303" sldId="2134804473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2941738918" sldId="2134804474"/>
        </pc:sldMkLst>
      </pc:sldChg>
      <pc:sldChg chg="delSp add mod delAnim">
        <pc:chgData name="Tim Schleicher" userId="c2d21f0e-e815-463a-9e21-ac72c1971601" providerId="ADAL" clId="{18F67181-0EE8-5DFA-BD4D-B7A4AFCC20E8}" dt="2026-02-08T20:33:18.634" v="149" actId="478"/>
        <pc:sldMkLst>
          <pc:docMk/>
          <pc:sldMk cId="2639432066" sldId="2134804475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4234810987" sldId="2134804476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1086943918" sldId="2134804477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2342390210" sldId="2134804478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2889768627" sldId="2134804479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782086789" sldId="2134804481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575929705" sldId="2134804496"/>
        </pc:sldMkLst>
      </pc:sldChg>
      <pc:sldChg chg="modSp mod">
        <pc:chgData name="Tim Schleicher" userId="c2d21f0e-e815-463a-9e21-ac72c1971601" providerId="ADAL" clId="{18F67181-0EE8-5DFA-BD4D-B7A4AFCC20E8}" dt="2026-02-08T22:18:59.561" v="210" actId="1035"/>
        <pc:sldMkLst>
          <pc:docMk/>
          <pc:sldMk cId="2286172211" sldId="2134804498"/>
        </pc:sldMkLst>
        <pc:spChg chg="mod">
          <ac:chgData name="Tim Schleicher" userId="c2d21f0e-e815-463a-9e21-ac72c1971601" providerId="ADAL" clId="{18F67181-0EE8-5DFA-BD4D-B7A4AFCC20E8}" dt="2026-02-08T22:18:59.561" v="210" actId="1035"/>
          <ac:spMkLst>
            <pc:docMk/>
            <pc:sldMk cId="2286172211" sldId="2134804498"/>
            <ac:spMk id="7" creationId="{2BE21957-FA31-E040-6E8B-DA3C2A578602}"/>
          </ac:spMkLst>
        </pc:spChg>
      </pc:sldChg>
      <pc:sldChg chg="modSp mod">
        <pc:chgData name="Tim Schleicher" userId="c2d21f0e-e815-463a-9e21-ac72c1971601" providerId="ADAL" clId="{18F67181-0EE8-5DFA-BD4D-B7A4AFCC20E8}" dt="2026-02-08T22:19:49.695" v="211" actId="1076"/>
        <pc:sldMkLst>
          <pc:docMk/>
          <pc:sldMk cId="1235340956" sldId="2134804499"/>
        </pc:sldMkLst>
        <pc:spChg chg="mod">
          <ac:chgData name="Tim Schleicher" userId="c2d21f0e-e815-463a-9e21-ac72c1971601" providerId="ADAL" clId="{18F67181-0EE8-5DFA-BD4D-B7A4AFCC20E8}" dt="2026-02-08T22:19:49.695" v="211" actId="1076"/>
          <ac:spMkLst>
            <pc:docMk/>
            <pc:sldMk cId="1235340956" sldId="2134804499"/>
            <ac:spMk id="11" creationId="{0E47053F-8F7D-86D5-87C9-414272AEE468}"/>
          </ac:spMkLst>
        </pc:spChg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2218809286" sldId="2134804500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1083825418" sldId="2134804501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2416645676" sldId="2134804502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1268145749" sldId="2134804505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3036854668" sldId="2134804516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221706084" sldId="2134804520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4001412932" sldId="2134804546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2684070235" sldId="2134804554"/>
        </pc:sldMkLst>
      </pc:sldChg>
      <pc:sldChg chg="modSp add">
        <pc:chgData name="Tim Schleicher" userId="c2d21f0e-e815-463a-9e21-ac72c1971601" providerId="ADAL" clId="{18F67181-0EE8-5DFA-BD4D-B7A4AFCC20E8}" dt="2026-02-09T06:56:55.683" v="217" actId="20577"/>
        <pc:sldMkLst>
          <pc:docMk/>
          <pc:sldMk cId="1029999297" sldId="2134804558"/>
        </pc:sldMkLst>
        <pc:spChg chg="mod">
          <ac:chgData name="Tim Schleicher" userId="c2d21f0e-e815-463a-9e21-ac72c1971601" providerId="ADAL" clId="{18F67181-0EE8-5DFA-BD4D-B7A4AFCC20E8}" dt="2026-02-09T06:56:55.683" v="217" actId="20577"/>
          <ac:spMkLst>
            <pc:docMk/>
            <pc:sldMk cId="1029999297" sldId="2134804558"/>
            <ac:spMk id="6" creationId="{995996DB-AEAD-930D-EF01-C84567BB04F0}"/>
          </ac:spMkLst>
        </pc:spChg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3095930984" sldId="2134804561"/>
        </pc:sldMkLst>
      </pc:sldChg>
      <pc:sldChg chg="delSp add mod delAnim">
        <pc:chgData name="Tim Schleicher" userId="c2d21f0e-e815-463a-9e21-ac72c1971601" providerId="ADAL" clId="{18F67181-0EE8-5DFA-BD4D-B7A4AFCC20E8}" dt="2026-02-08T20:33:49.562" v="151" actId="478"/>
        <pc:sldMkLst>
          <pc:docMk/>
          <pc:sldMk cId="2732180041" sldId="2134804562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3973903464" sldId="2134804563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663027089" sldId="2134804565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1907677529" sldId="2134804570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611294558" sldId="2134804572"/>
        </pc:sldMkLst>
      </pc:sldChg>
      <pc:sldChg chg="add">
        <pc:chgData name="Tim Schleicher" userId="c2d21f0e-e815-463a-9e21-ac72c1971601" providerId="ADAL" clId="{18F67181-0EE8-5DFA-BD4D-B7A4AFCC20E8}" dt="2026-02-09T13:36:50.492" v="253"/>
        <pc:sldMkLst>
          <pc:docMk/>
          <pc:sldMk cId="253967381" sldId="2134804591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1263483549" sldId="2134804594"/>
        </pc:sldMkLst>
      </pc:sldChg>
      <pc:sldChg chg="add">
        <pc:chgData name="Tim Schleicher" userId="c2d21f0e-e815-463a-9e21-ac72c1971601" providerId="ADAL" clId="{18F67181-0EE8-5DFA-BD4D-B7A4AFCC20E8}" dt="2026-02-09T13:36:50.492" v="253"/>
        <pc:sldMkLst>
          <pc:docMk/>
          <pc:sldMk cId="665345307" sldId="2134804601"/>
        </pc:sldMkLst>
      </pc:sldChg>
      <pc:sldChg chg="add">
        <pc:chgData name="Tim Schleicher" userId="c2d21f0e-e815-463a-9e21-ac72c1971601" providerId="ADAL" clId="{18F67181-0EE8-5DFA-BD4D-B7A4AFCC20E8}" dt="2026-02-09T13:36:50.492" v="253"/>
        <pc:sldMkLst>
          <pc:docMk/>
          <pc:sldMk cId="2000076324" sldId="2134804602"/>
        </pc:sldMkLst>
      </pc:sldChg>
      <pc:sldChg chg="add">
        <pc:chgData name="Tim Schleicher" userId="c2d21f0e-e815-463a-9e21-ac72c1971601" providerId="ADAL" clId="{18F67181-0EE8-5DFA-BD4D-B7A4AFCC20E8}" dt="2026-02-09T13:36:50.492" v="253"/>
        <pc:sldMkLst>
          <pc:docMk/>
          <pc:sldMk cId="4161729036" sldId="2134804604"/>
        </pc:sldMkLst>
      </pc:sldChg>
      <pc:sldChg chg="add">
        <pc:chgData name="Tim Schleicher" userId="c2d21f0e-e815-463a-9e21-ac72c1971601" providerId="ADAL" clId="{18F67181-0EE8-5DFA-BD4D-B7A4AFCC20E8}" dt="2026-02-09T13:36:50.492" v="253"/>
        <pc:sldMkLst>
          <pc:docMk/>
          <pc:sldMk cId="2288917072" sldId="2134804611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2678261045" sldId="2134804612"/>
        </pc:sldMkLst>
      </pc:sldChg>
      <pc:sldChg chg="add">
        <pc:chgData name="Tim Schleicher" userId="c2d21f0e-e815-463a-9e21-ac72c1971601" providerId="ADAL" clId="{18F67181-0EE8-5DFA-BD4D-B7A4AFCC20E8}" dt="2026-02-09T13:36:50.492" v="253"/>
        <pc:sldMkLst>
          <pc:docMk/>
          <pc:sldMk cId="1515372655" sldId="2134804617"/>
        </pc:sldMkLst>
      </pc:sldChg>
      <pc:sldChg chg="add">
        <pc:chgData name="Tim Schleicher" userId="c2d21f0e-e815-463a-9e21-ac72c1971601" providerId="ADAL" clId="{18F67181-0EE8-5DFA-BD4D-B7A4AFCC20E8}" dt="2026-02-08T21:49:03.805" v="188"/>
        <pc:sldMkLst>
          <pc:docMk/>
          <pc:sldMk cId="380710177" sldId="2134804629"/>
        </pc:sldMkLst>
      </pc:sldChg>
      <pc:sldChg chg="add">
        <pc:chgData name="Tim Schleicher" userId="c2d21f0e-e815-463a-9e21-ac72c1971601" providerId="ADAL" clId="{18F67181-0EE8-5DFA-BD4D-B7A4AFCC20E8}" dt="2026-02-08T21:49:03.805" v="188"/>
        <pc:sldMkLst>
          <pc:docMk/>
          <pc:sldMk cId="3803035840" sldId="2134804630"/>
        </pc:sldMkLst>
      </pc:sldChg>
      <pc:sldChg chg="add">
        <pc:chgData name="Tim Schleicher" userId="c2d21f0e-e815-463a-9e21-ac72c1971601" providerId="ADAL" clId="{18F67181-0EE8-5DFA-BD4D-B7A4AFCC20E8}" dt="2026-02-08T21:49:03.805" v="188"/>
        <pc:sldMkLst>
          <pc:docMk/>
          <pc:sldMk cId="2144221670" sldId="2134804636"/>
        </pc:sldMkLst>
      </pc:sldChg>
      <pc:sldChg chg="add">
        <pc:chgData name="Tim Schleicher" userId="c2d21f0e-e815-463a-9e21-ac72c1971601" providerId="ADAL" clId="{18F67181-0EE8-5DFA-BD4D-B7A4AFCC20E8}" dt="2026-02-08T21:49:03.805" v="188"/>
        <pc:sldMkLst>
          <pc:docMk/>
          <pc:sldMk cId="1992651362" sldId="2134804638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2407553208" sldId="2134804714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2265032150" sldId="2134804721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3776597613" sldId="2134804725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1890628295" sldId="2134804726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403661079" sldId="2134804736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2439551585" sldId="2134804743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2937343849" sldId="2134804744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3962420743" sldId="2134804758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807196758" sldId="2134804759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2679235498" sldId="2134804761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1677730090" sldId="2134804765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2130634206" sldId="2134804768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1081720871" sldId="2134804769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3167858558" sldId="2134804772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480642062" sldId="2134804779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2907046059" sldId="2134804780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1709576104" sldId="2134804781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55173171" sldId="2134804783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2174219556" sldId="2134804784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3907057064" sldId="2134804785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1763776236" sldId="2134804786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123608405" sldId="2134804787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1968190863" sldId="2134804792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1116817805" sldId="2134804793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1660698752" sldId="2134804796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19411468" sldId="2134804798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3120927983" sldId="2134804799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4255029816" sldId="2134804800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3830411220" sldId="2134804802"/>
        </pc:sldMkLst>
      </pc:sldChg>
      <pc:sldChg chg="delSp add mod delAnim">
        <pc:chgData name="Tim Schleicher" userId="c2d21f0e-e815-463a-9e21-ac72c1971601" providerId="ADAL" clId="{18F67181-0EE8-5DFA-BD4D-B7A4AFCC20E8}" dt="2026-02-08T20:33:06.398" v="147" actId="478"/>
        <pc:sldMkLst>
          <pc:docMk/>
          <pc:sldMk cId="4061289399" sldId="2134804803"/>
        </pc:sldMkLst>
      </pc:sldChg>
      <pc:sldChg chg="add">
        <pc:chgData name="Tim Schleicher" userId="c2d21f0e-e815-463a-9e21-ac72c1971601" providerId="ADAL" clId="{18F67181-0EE8-5DFA-BD4D-B7A4AFCC20E8}" dt="2026-02-08T21:49:03.805" v="188"/>
        <pc:sldMkLst>
          <pc:docMk/>
          <pc:sldMk cId="772068529" sldId="2134804819"/>
        </pc:sldMkLst>
      </pc:sldChg>
      <pc:sldChg chg="add">
        <pc:chgData name="Tim Schleicher" userId="c2d21f0e-e815-463a-9e21-ac72c1971601" providerId="ADAL" clId="{18F67181-0EE8-5DFA-BD4D-B7A4AFCC20E8}" dt="2026-02-08T21:49:03.805" v="188"/>
        <pc:sldMkLst>
          <pc:docMk/>
          <pc:sldMk cId="3538426733" sldId="2134804820"/>
        </pc:sldMkLst>
      </pc:sldChg>
      <pc:sldChg chg="add">
        <pc:chgData name="Tim Schleicher" userId="c2d21f0e-e815-463a-9e21-ac72c1971601" providerId="ADAL" clId="{18F67181-0EE8-5DFA-BD4D-B7A4AFCC20E8}" dt="2026-02-08T21:49:03.805" v="188"/>
        <pc:sldMkLst>
          <pc:docMk/>
          <pc:sldMk cId="314944499" sldId="2134804822"/>
        </pc:sldMkLst>
      </pc:sldChg>
      <pc:sldChg chg="add">
        <pc:chgData name="Tim Schleicher" userId="c2d21f0e-e815-463a-9e21-ac72c1971601" providerId="ADAL" clId="{18F67181-0EE8-5DFA-BD4D-B7A4AFCC20E8}" dt="2026-02-08T21:49:03.805" v="188"/>
        <pc:sldMkLst>
          <pc:docMk/>
          <pc:sldMk cId="2192722485" sldId="2134804823"/>
        </pc:sldMkLst>
      </pc:sldChg>
      <pc:sldChg chg="add">
        <pc:chgData name="Tim Schleicher" userId="c2d21f0e-e815-463a-9e21-ac72c1971601" providerId="ADAL" clId="{18F67181-0EE8-5DFA-BD4D-B7A4AFCC20E8}" dt="2026-02-08T21:49:03.805" v="188"/>
        <pc:sldMkLst>
          <pc:docMk/>
          <pc:sldMk cId="225025552" sldId="2134804824"/>
        </pc:sldMkLst>
      </pc:sldChg>
      <pc:sldChg chg="add">
        <pc:chgData name="Tim Schleicher" userId="c2d21f0e-e815-463a-9e21-ac72c1971601" providerId="ADAL" clId="{18F67181-0EE8-5DFA-BD4D-B7A4AFCC20E8}" dt="2026-02-08T21:49:03.805" v="188"/>
        <pc:sldMkLst>
          <pc:docMk/>
          <pc:sldMk cId="3768183915" sldId="2134804825"/>
        </pc:sldMkLst>
      </pc:sldChg>
      <pc:sldChg chg="modSp add mod">
        <pc:chgData name="Tim Schleicher" userId="c2d21f0e-e815-463a-9e21-ac72c1971601" providerId="ADAL" clId="{18F67181-0EE8-5DFA-BD4D-B7A4AFCC20E8}" dt="2026-02-08T20:36:52.186" v="175" actId="20577"/>
        <pc:sldMkLst>
          <pc:docMk/>
          <pc:sldMk cId="2532752886" sldId="2134804834"/>
        </pc:sldMkLst>
        <pc:spChg chg="mod">
          <ac:chgData name="Tim Schleicher" userId="c2d21f0e-e815-463a-9e21-ac72c1971601" providerId="ADAL" clId="{18F67181-0EE8-5DFA-BD4D-B7A4AFCC20E8}" dt="2026-02-08T20:36:52.186" v="175" actId="20577"/>
          <ac:spMkLst>
            <pc:docMk/>
            <pc:sldMk cId="2532752886" sldId="2134804834"/>
            <ac:spMk id="7" creationId="{4249A0F3-17A5-37D7-E111-E265AC59A136}"/>
          </ac:spMkLst>
        </pc:spChg>
      </pc:sldChg>
      <pc:sldChg chg="modSp add">
        <pc:chgData name="Tim Schleicher" userId="c2d21f0e-e815-463a-9e21-ac72c1971601" providerId="ADAL" clId="{18F67181-0EE8-5DFA-BD4D-B7A4AFCC20E8}" dt="2026-02-08T22:05:38.264" v="204" actId="20577"/>
        <pc:sldMkLst>
          <pc:docMk/>
          <pc:sldMk cId="3519551639" sldId="2134804866"/>
        </pc:sldMkLst>
        <pc:spChg chg="mod">
          <ac:chgData name="Tim Schleicher" userId="c2d21f0e-e815-463a-9e21-ac72c1971601" providerId="ADAL" clId="{18F67181-0EE8-5DFA-BD4D-B7A4AFCC20E8}" dt="2026-02-08T22:05:38.264" v="204" actId="20577"/>
          <ac:spMkLst>
            <pc:docMk/>
            <pc:sldMk cId="3519551639" sldId="2134804866"/>
            <ac:spMk id="25" creationId="{BF270E23-0036-DB80-408E-923529D0DCF6}"/>
          </ac:spMkLst>
        </pc:spChg>
      </pc:sldChg>
      <pc:sldChg chg="delSp add mod">
        <pc:chgData name="Tim Schleicher" userId="c2d21f0e-e815-463a-9e21-ac72c1971601" providerId="ADAL" clId="{18F67181-0EE8-5DFA-BD4D-B7A4AFCC20E8}" dt="2026-02-08T22:05:24.892" v="190" actId="478"/>
        <pc:sldMkLst>
          <pc:docMk/>
          <pc:sldMk cId="1263252233" sldId="2134804867"/>
        </pc:sldMkLst>
      </pc:sldChg>
      <pc:sldChg chg="delSp add mod">
        <pc:chgData name="Tim Schleicher" userId="c2d21f0e-e815-463a-9e21-ac72c1971601" providerId="ADAL" clId="{18F67181-0EE8-5DFA-BD4D-B7A4AFCC20E8}" dt="2026-02-08T22:05:30.295" v="192" actId="478"/>
        <pc:sldMkLst>
          <pc:docMk/>
          <pc:sldMk cId="3466940213" sldId="2134804868"/>
        </pc:sldMkLst>
      </pc:sldChg>
      <pc:sldChg chg="add">
        <pc:chgData name="Tim Schleicher" userId="c2d21f0e-e815-463a-9e21-ac72c1971601" providerId="ADAL" clId="{18F67181-0EE8-5DFA-BD4D-B7A4AFCC20E8}" dt="2026-02-08T22:05:15.794" v="189"/>
        <pc:sldMkLst>
          <pc:docMk/>
          <pc:sldMk cId="3600790132" sldId="2134804880"/>
        </pc:sldMkLst>
      </pc:sldChg>
      <pc:sldChg chg="addSp delSp modSp add mod">
        <pc:chgData name="Tim Schleicher" userId="c2d21f0e-e815-463a-9e21-ac72c1971601" providerId="ADAL" clId="{18F67181-0EE8-5DFA-BD4D-B7A4AFCC20E8}" dt="2026-02-09T07:22:51.733" v="224"/>
        <pc:sldMkLst>
          <pc:docMk/>
          <pc:sldMk cId="3420137597" sldId="2134804883"/>
        </pc:sldMkLst>
        <pc:spChg chg="mod">
          <ac:chgData name="Tim Schleicher" userId="c2d21f0e-e815-463a-9e21-ac72c1971601" providerId="ADAL" clId="{18F67181-0EE8-5DFA-BD4D-B7A4AFCC20E8}" dt="2026-02-08T20:30:07.728" v="114" actId="20577"/>
          <ac:spMkLst>
            <pc:docMk/>
            <pc:sldMk cId="3420137597" sldId="2134804883"/>
            <ac:spMk id="2" creationId="{CCB6E50E-DC5E-9122-81D7-C843F2BDFECA}"/>
          </ac:spMkLst>
        </pc:spChg>
        <pc:spChg chg="mod">
          <ac:chgData name="Tim Schleicher" userId="c2d21f0e-e815-463a-9e21-ac72c1971601" providerId="ADAL" clId="{18F67181-0EE8-5DFA-BD4D-B7A4AFCC20E8}" dt="2026-02-08T20:29:36.226" v="48" actId="20577"/>
          <ac:spMkLst>
            <pc:docMk/>
            <pc:sldMk cId="3420137597" sldId="2134804883"/>
            <ac:spMk id="4" creationId="{8478655F-F5DD-54FB-C211-2A86BB7775C5}"/>
          </ac:spMkLst>
        </pc:spChg>
        <pc:picChg chg="add mod">
          <ac:chgData name="Tim Schleicher" userId="c2d21f0e-e815-463a-9e21-ac72c1971601" providerId="ADAL" clId="{18F67181-0EE8-5DFA-BD4D-B7A4AFCC20E8}" dt="2026-02-09T07:22:51.733" v="224"/>
          <ac:picMkLst>
            <pc:docMk/>
            <pc:sldMk cId="3420137597" sldId="2134804883"/>
            <ac:picMk id="3" creationId="{F044233D-88D6-0DAD-3D12-791AAAD801E0}"/>
          </ac:picMkLst>
        </pc:picChg>
      </pc:sldChg>
      <pc:sldChg chg="add">
        <pc:chgData name="Tim Schleicher" userId="c2d21f0e-e815-463a-9e21-ac72c1971601" providerId="ADAL" clId="{18F67181-0EE8-5DFA-BD4D-B7A4AFCC20E8}" dt="2026-02-08T22:06:21.600" v="205"/>
        <pc:sldMkLst>
          <pc:docMk/>
          <pc:sldMk cId="570989827" sldId="2134804887"/>
        </pc:sldMkLst>
      </pc:sldChg>
      <pc:sldChg chg="add">
        <pc:chgData name="Tim Schleicher" userId="c2d21f0e-e815-463a-9e21-ac72c1971601" providerId="ADAL" clId="{18F67181-0EE8-5DFA-BD4D-B7A4AFCC20E8}" dt="2026-02-08T22:06:21.600" v="205"/>
        <pc:sldMkLst>
          <pc:docMk/>
          <pc:sldMk cId="3179159010" sldId="2134804888"/>
        </pc:sldMkLst>
      </pc:sldChg>
      <pc:sldChg chg="add">
        <pc:chgData name="Tim Schleicher" userId="c2d21f0e-e815-463a-9e21-ac72c1971601" providerId="ADAL" clId="{18F67181-0EE8-5DFA-BD4D-B7A4AFCC20E8}" dt="2026-02-09T13:36:50.492" v="253"/>
        <pc:sldMkLst>
          <pc:docMk/>
          <pc:sldMk cId="233925404" sldId="2134804910"/>
        </pc:sldMkLst>
      </pc:sldChg>
      <pc:sldChg chg="add">
        <pc:chgData name="Tim Schleicher" userId="c2d21f0e-e815-463a-9e21-ac72c1971601" providerId="ADAL" clId="{18F67181-0EE8-5DFA-BD4D-B7A4AFCC20E8}" dt="2026-02-09T13:36:50.492" v="253"/>
        <pc:sldMkLst>
          <pc:docMk/>
          <pc:sldMk cId="2633527637" sldId="2134804911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1986068317" sldId="2134804936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1404111705" sldId="2134804990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653545607" sldId="2134805019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1641796876" sldId="2134805022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238055323" sldId="2134805060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1447633529" sldId="2134805061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1644260796" sldId="2134805062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1571887609" sldId="2134805065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3899138664" sldId="2134805066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2907708809" sldId="2134805072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2588518108" sldId="2134805093"/>
        </pc:sldMkLst>
      </pc:sldChg>
      <pc:sldChg chg="add">
        <pc:chgData name="Tim Schleicher" userId="c2d21f0e-e815-463a-9e21-ac72c1971601" providerId="ADAL" clId="{18F67181-0EE8-5DFA-BD4D-B7A4AFCC20E8}" dt="2026-02-08T20:32:57.246" v="146"/>
        <pc:sldMkLst>
          <pc:docMk/>
          <pc:sldMk cId="1727386514" sldId="2134805094"/>
        </pc:sldMkLst>
      </pc:sldChg>
      <pc:sldChg chg="add">
        <pc:chgData name="Tim Schleicher" userId="c2d21f0e-e815-463a-9e21-ac72c1971601" providerId="ADAL" clId="{18F67181-0EE8-5DFA-BD4D-B7A4AFCC20E8}" dt="2026-02-08T21:49:03.805" v="188"/>
        <pc:sldMkLst>
          <pc:docMk/>
          <pc:sldMk cId="3519552775" sldId="2134805095"/>
        </pc:sldMkLst>
      </pc:sldChg>
      <pc:sldChg chg="modSp add mod">
        <pc:chgData name="Tim Schleicher" userId="c2d21f0e-e815-463a-9e21-ac72c1971601" providerId="ADAL" clId="{18F67181-0EE8-5DFA-BD4D-B7A4AFCC20E8}" dt="2026-02-09T13:34:56.480" v="243" actId="20577"/>
        <pc:sldMkLst>
          <pc:docMk/>
          <pc:sldMk cId="3177055021" sldId="2134805098"/>
        </pc:sldMkLst>
        <pc:spChg chg="mod">
          <ac:chgData name="Tim Schleicher" userId="c2d21f0e-e815-463a-9e21-ac72c1971601" providerId="ADAL" clId="{18F67181-0EE8-5DFA-BD4D-B7A4AFCC20E8}" dt="2026-02-09T13:34:56.480" v="243" actId="20577"/>
          <ac:spMkLst>
            <pc:docMk/>
            <pc:sldMk cId="3177055021" sldId="2134805098"/>
            <ac:spMk id="2" creationId="{0457AD5D-0D5B-218D-E595-2F48F5388955}"/>
          </ac:spMkLst>
        </pc:spChg>
      </pc:sldChg>
    </pc:docChg>
  </pc:docChgLst>
  <pc:docChgLst>
    <pc:chgData name="Ghada Mjanah" userId="f685e218-db74-45dc-b5c2-73913cedc5c4" providerId="ADAL" clId="{0C38E33D-59A6-5DD2-9FBB-7BD4BD3B24E8}"/>
    <pc:docChg chg="undo custSel addSld delSld modSld">
      <pc:chgData name="Ghada Mjanah" userId="f685e218-db74-45dc-b5c2-73913cedc5c4" providerId="ADAL" clId="{0C38E33D-59A6-5DD2-9FBB-7BD4BD3B24E8}" dt="2026-02-10T14:06:01.509" v="865" actId="2696"/>
      <pc:docMkLst>
        <pc:docMk/>
      </pc:docMkLst>
      <pc:sldChg chg="delSp modSp mod">
        <pc:chgData name="Ghada Mjanah" userId="f685e218-db74-45dc-b5c2-73913cedc5c4" providerId="ADAL" clId="{0C38E33D-59A6-5DD2-9FBB-7BD4BD3B24E8}" dt="2026-02-08T22:42:45.399" v="124" actId="5793"/>
        <pc:sldMkLst>
          <pc:docMk/>
          <pc:sldMk cId="563869300" sldId="621"/>
        </pc:sldMkLst>
        <pc:spChg chg="mod">
          <ac:chgData name="Ghada Mjanah" userId="f685e218-db74-45dc-b5c2-73913cedc5c4" providerId="ADAL" clId="{0C38E33D-59A6-5DD2-9FBB-7BD4BD3B24E8}" dt="2026-02-08T22:42:45.399" v="124" actId="5793"/>
          <ac:spMkLst>
            <pc:docMk/>
            <pc:sldMk cId="563869300" sldId="621"/>
            <ac:spMk id="11" creationId="{0E47053F-8F7D-86D5-87C9-414272AEE468}"/>
          </ac:spMkLst>
        </pc:spChg>
      </pc:sldChg>
      <pc:sldChg chg="modSp mod">
        <pc:chgData name="Ghada Mjanah" userId="f685e218-db74-45dc-b5c2-73913cedc5c4" providerId="ADAL" clId="{0C38E33D-59A6-5DD2-9FBB-7BD4BD3B24E8}" dt="2026-02-09T05:59:22.967" v="188" actId="14100"/>
        <pc:sldMkLst>
          <pc:docMk/>
          <pc:sldMk cId="2286172211" sldId="2134804498"/>
        </pc:sldMkLst>
        <pc:spChg chg="mod">
          <ac:chgData name="Ghada Mjanah" userId="f685e218-db74-45dc-b5c2-73913cedc5c4" providerId="ADAL" clId="{0C38E33D-59A6-5DD2-9FBB-7BD4BD3B24E8}" dt="2026-02-09T05:59:22.967" v="188" actId="14100"/>
          <ac:spMkLst>
            <pc:docMk/>
            <pc:sldMk cId="2286172211" sldId="2134804498"/>
            <ac:spMk id="7" creationId="{2BE21957-FA31-E040-6E8B-DA3C2A578602}"/>
          </ac:spMkLst>
        </pc:spChg>
      </pc:sldChg>
      <pc:sldChg chg="modSp mod">
        <pc:chgData name="Ghada Mjanah" userId="f685e218-db74-45dc-b5c2-73913cedc5c4" providerId="ADAL" clId="{0C38E33D-59A6-5DD2-9FBB-7BD4BD3B24E8}" dt="2026-02-08T22:50:09.627" v="170" actId="20577"/>
        <pc:sldMkLst>
          <pc:docMk/>
          <pc:sldMk cId="1235340956" sldId="2134804499"/>
        </pc:sldMkLst>
        <pc:spChg chg="mod">
          <ac:chgData name="Ghada Mjanah" userId="f685e218-db74-45dc-b5c2-73913cedc5c4" providerId="ADAL" clId="{0C38E33D-59A6-5DD2-9FBB-7BD4BD3B24E8}" dt="2026-02-08T22:50:09.627" v="170" actId="20577"/>
          <ac:spMkLst>
            <pc:docMk/>
            <pc:sldMk cId="1235340956" sldId="2134804499"/>
            <ac:spMk id="11" creationId="{0E47053F-8F7D-86D5-87C9-414272AEE468}"/>
          </ac:spMkLst>
        </pc:spChg>
      </pc:sldChg>
      <pc:sldChg chg="addSp delSp modSp mod">
        <pc:chgData name="Ghada Mjanah" userId="f685e218-db74-45dc-b5c2-73913cedc5c4" providerId="ADAL" clId="{0C38E33D-59A6-5DD2-9FBB-7BD4BD3B24E8}" dt="2026-02-08T22:30:26.302" v="66" actId="1076"/>
        <pc:sldMkLst>
          <pc:docMk/>
          <pc:sldMk cId="3297124057" sldId="2134804579"/>
        </pc:sldMkLst>
        <pc:picChg chg="add mod">
          <ac:chgData name="Ghada Mjanah" userId="f685e218-db74-45dc-b5c2-73913cedc5c4" providerId="ADAL" clId="{0C38E33D-59A6-5DD2-9FBB-7BD4BD3B24E8}" dt="2026-02-08T22:30:17.533" v="65" actId="1076"/>
          <ac:picMkLst>
            <pc:docMk/>
            <pc:sldMk cId="3297124057" sldId="2134804579"/>
            <ac:picMk id="6" creationId="{63029229-22C6-3069-A012-639917BAB369}"/>
          </ac:picMkLst>
        </pc:picChg>
        <pc:picChg chg="add mod">
          <ac:chgData name="Ghada Mjanah" userId="f685e218-db74-45dc-b5c2-73913cedc5c4" providerId="ADAL" clId="{0C38E33D-59A6-5DD2-9FBB-7BD4BD3B24E8}" dt="2026-02-08T22:30:17.533" v="65" actId="1076"/>
          <ac:picMkLst>
            <pc:docMk/>
            <pc:sldMk cId="3297124057" sldId="2134804579"/>
            <ac:picMk id="9" creationId="{3BC67653-DFD5-D2B5-F305-24E68A87E079}"/>
          </ac:picMkLst>
        </pc:picChg>
        <pc:picChg chg="add mod">
          <ac:chgData name="Ghada Mjanah" userId="f685e218-db74-45dc-b5c2-73913cedc5c4" providerId="ADAL" clId="{0C38E33D-59A6-5DD2-9FBB-7BD4BD3B24E8}" dt="2026-02-08T22:30:26.302" v="66" actId="1076"/>
          <ac:picMkLst>
            <pc:docMk/>
            <pc:sldMk cId="3297124057" sldId="2134804579"/>
            <ac:picMk id="12" creationId="{E35B3043-4F33-88CE-2BB0-1CB826283B25}"/>
          </ac:picMkLst>
        </pc:picChg>
        <pc:picChg chg="add mod">
          <ac:chgData name="Ghada Mjanah" userId="f685e218-db74-45dc-b5c2-73913cedc5c4" providerId="ADAL" clId="{0C38E33D-59A6-5DD2-9FBB-7BD4BD3B24E8}" dt="2026-02-08T22:30:26.302" v="66" actId="1076"/>
          <ac:picMkLst>
            <pc:docMk/>
            <pc:sldMk cId="3297124057" sldId="2134804579"/>
            <ac:picMk id="14" creationId="{C7E6E68F-6ED1-6272-6D47-D60E2DE095D2}"/>
          </ac:picMkLst>
        </pc:picChg>
        <pc:picChg chg="add mod">
          <ac:chgData name="Ghada Mjanah" userId="f685e218-db74-45dc-b5c2-73913cedc5c4" providerId="ADAL" clId="{0C38E33D-59A6-5DD2-9FBB-7BD4BD3B24E8}" dt="2026-02-08T22:30:26.302" v="66" actId="1076"/>
          <ac:picMkLst>
            <pc:docMk/>
            <pc:sldMk cId="3297124057" sldId="2134804579"/>
            <ac:picMk id="18" creationId="{98141F08-E723-A8EE-FBB6-5CD146CDA7FF}"/>
          </ac:picMkLst>
        </pc:picChg>
        <pc:picChg chg="add mod">
          <ac:chgData name="Ghada Mjanah" userId="f685e218-db74-45dc-b5c2-73913cedc5c4" providerId="ADAL" clId="{0C38E33D-59A6-5DD2-9FBB-7BD4BD3B24E8}" dt="2026-02-08T22:30:26.302" v="66" actId="1076"/>
          <ac:picMkLst>
            <pc:docMk/>
            <pc:sldMk cId="3297124057" sldId="2134804579"/>
            <ac:picMk id="21" creationId="{AD741D40-44D9-7637-4C00-A94B1469F8D4}"/>
          </ac:picMkLst>
        </pc:picChg>
        <pc:picChg chg="add mod">
          <ac:chgData name="Ghada Mjanah" userId="f685e218-db74-45dc-b5c2-73913cedc5c4" providerId="ADAL" clId="{0C38E33D-59A6-5DD2-9FBB-7BD4BD3B24E8}" dt="2026-02-08T22:30:26.302" v="66" actId="1076"/>
          <ac:picMkLst>
            <pc:docMk/>
            <pc:sldMk cId="3297124057" sldId="2134804579"/>
            <ac:picMk id="23" creationId="{0FA4695F-1C5F-B7D1-3B06-55C260DDFC9B}"/>
          </ac:picMkLst>
        </pc:picChg>
      </pc:sldChg>
      <pc:sldChg chg="modSp mod">
        <pc:chgData name="Ghada Mjanah" userId="f685e218-db74-45dc-b5c2-73913cedc5c4" providerId="ADAL" clId="{0C38E33D-59A6-5DD2-9FBB-7BD4BD3B24E8}" dt="2026-02-10T11:33:17.324" v="860" actId="20577"/>
        <pc:sldMkLst>
          <pc:docMk/>
          <pc:sldMk cId="665345307" sldId="2134804601"/>
        </pc:sldMkLst>
        <pc:spChg chg="mod">
          <ac:chgData name="Ghada Mjanah" userId="f685e218-db74-45dc-b5c2-73913cedc5c4" providerId="ADAL" clId="{0C38E33D-59A6-5DD2-9FBB-7BD4BD3B24E8}" dt="2026-02-10T11:33:17.324" v="860" actId="20577"/>
          <ac:spMkLst>
            <pc:docMk/>
            <pc:sldMk cId="665345307" sldId="2134804601"/>
            <ac:spMk id="2" creationId="{910AA292-CA29-7CEA-632E-F27095FACAE5}"/>
          </ac:spMkLst>
        </pc:spChg>
      </pc:sldChg>
      <pc:sldChg chg="modSp mod">
        <pc:chgData name="Ghada Mjanah" userId="f685e218-db74-45dc-b5c2-73913cedc5c4" providerId="ADAL" clId="{0C38E33D-59A6-5DD2-9FBB-7BD4BD3B24E8}" dt="2026-02-10T11:28:19.711" v="728" actId="208"/>
        <pc:sldMkLst>
          <pc:docMk/>
          <pc:sldMk cId="4161729036" sldId="2134804604"/>
        </pc:sldMkLst>
        <pc:spChg chg="mod">
          <ac:chgData name="Ghada Mjanah" userId="f685e218-db74-45dc-b5c2-73913cedc5c4" providerId="ADAL" clId="{0C38E33D-59A6-5DD2-9FBB-7BD4BD3B24E8}" dt="2026-02-10T11:28:19.711" v="728" actId="208"/>
          <ac:spMkLst>
            <pc:docMk/>
            <pc:sldMk cId="4161729036" sldId="2134804604"/>
            <ac:spMk id="11" creationId="{7589F54B-2803-43E3-49C6-C9FD47D01AE0}"/>
          </ac:spMkLst>
        </pc:spChg>
        <pc:picChg chg="mod">
          <ac:chgData name="Ghada Mjanah" userId="f685e218-db74-45dc-b5c2-73913cedc5c4" providerId="ADAL" clId="{0C38E33D-59A6-5DD2-9FBB-7BD4BD3B24E8}" dt="2026-02-10T11:28:19.711" v="728" actId="208"/>
          <ac:picMkLst>
            <pc:docMk/>
            <pc:sldMk cId="4161729036" sldId="2134804604"/>
            <ac:picMk id="6" creationId="{B3D026B1-AF05-7768-7D0D-1D9E8C5E9FCF}"/>
          </ac:picMkLst>
        </pc:picChg>
        <pc:picChg chg="mod">
          <ac:chgData name="Ghada Mjanah" userId="f685e218-db74-45dc-b5c2-73913cedc5c4" providerId="ADAL" clId="{0C38E33D-59A6-5DD2-9FBB-7BD4BD3B24E8}" dt="2026-02-10T11:28:19.711" v="728" actId="208"/>
          <ac:picMkLst>
            <pc:docMk/>
            <pc:sldMk cId="4161729036" sldId="2134804604"/>
            <ac:picMk id="7" creationId="{23DF9076-E4AA-AF5A-E453-EAEFFFC69995}"/>
          </ac:picMkLst>
        </pc:picChg>
      </pc:sldChg>
      <pc:sldChg chg="delSp modSp mod">
        <pc:chgData name="Ghada Mjanah" userId="f685e218-db74-45dc-b5c2-73913cedc5c4" providerId="ADAL" clId="{0C38E33D-59A6-5DD2-9FBB-7BD4BD3B24E8}" dt="2026-02-10T11:32:25.275" v="839" actId="1076"/>
        <pc:sldMkLst>
          <pc:docMk/>
          <pc:sldMk cId="2288917072" sldId="2134804611"/>
        </pc:sldMkLst>
        <pc:spChg chg="mod">
          <ac:chgData name="Ghada Mjanah" userId="f685e218-db74-45dc-b5c2-73913cedc5c4" providerId="ADAL" clId="{0C38E33D-59A6-5DD2-9FBB-7BD4BD3B24E8}" dt="2026-02-10T11:32:25.275" v="839" actId="1076"/>
          <ac:spMkLst>
            <pc:docMk/>
            <pc:sldMk cId="2288917072" sldId="2134804611"/>
            <ac:spMk id="2" creationId="{836B4904-4338-365B-CA26-395D26B39104}"/>
          </ac:spMkLst>
        </pc:spChg>
      </pc:sldChg>
      <pc:sldChg chg="delSp modSp mod">
        <pc:chgData name="Ghada Mjanah" userId="f685e218-db74-45dc-b5c2-73913cedc5c4" providerId="ADAL" clId="{0C38E33D-59A6-5DD2-9FBB-7BD4BD3B24E8}" dt="2026-02-10T11:02:43.603" v="594" actId="478"/>
        <pc:sldMkLst>
          <pc:docMk/>
          <pc:sldMk cId="1515372655" sldId="2134804617"/>
        </pc:sldMkLst>
      </pc:sldChg>
      <pc:sldChg chg="delSp modSp mod">
        <pc:chgData name="Ghada Mjanah" userId="f685e218-db74-45dc-b5c2-73913cedc5c4" providerId="ADAL" clId="{0C38E33D-59A6-5DD2-9FBB-7BD4BD3B24E8}" dt="2026-02-08T22:48:24.174" v="153" actId="207"/>
        <pc:sldMkLst>
          <pc:docMk/>
          <pc:sldMk cId="4004355921" sldId="2134804621"/>
        </pc:sldMkLst>
        <pc:spChg chg="mod">
          <ac:chgData name="Ghada Mjanah" userId="f685e218-db74-45dc-b5c2-73913cedc5c4" providerId="ADAL" clId="{0C38E33D-59A6-5DD2-9FBB-7BD4BD3B24E8}" dt="2026-02-08T22:48:24.174" v="153" actId="207"/>
          <ac:spMkLst>
            <pc:docMk/>
            <pc:sldMk cId="4004355921" sldId="2134804621"/>
            <ac:spMk id="11" creationId="{E16BA9DC-75B5-2775-B253-B8A0BEC34519}"/>
          </ac:spMkLst>
        </pc:spChg>
      </pc:sldChg>
      <pc:sldChg chg="modSp mod">
        <pc:chgData name="Ghada Mjanah" userId="f685e218-db74-45dc-b5c2-73913cedc5c4" providerId="ADAL" clId="{0C38E33D-59A6-5DD2-9FBB-7BD4BD3B24E8}" dt="2026-02-10T11:28:35.229" v="731" actId="208"/>
        <pc:sldMkLst>
          <pc:docMk/>
          <pc:sldMk cId="3519551639" sldId="2134804866"/>
        </pc:sldMkLst>
        <pc:picChg chg="mod">
          <ac:chgData name="Ghada Mjanah" userId="f685e218-db74-45dc-b5c2-73913cedc5c4" providerId="ADAL" clId="{0C38E33D-59A6-5DD2-9FBB-7BD4BD3B24E8}" dt="2026-02-10T11:28:35.229" v="731" actId="208"/>
          <ac:picMkLst>
            <pc:docMk/>
            <pc:sldMk cId="3519551639" sldId="2134804866"/>
            <ac:picMk id="26" creationId="{FED58A4A-50F3-D963-787A-58CE5A94B6B0}"/>
          </ac:picMkLst>
        </pc:picChg>
        <pc:picChg chg="mod">
          <ac:chgData name="Ghada Mjanah" userId="f685e218-db74-45dc-b5c2-73913cedc5c4" providerId="ADAL" clId="{0C38E33D-59A6-5DD2-9FBB-7BD4BD3B24E8}" dt="2026-02-10T11:28:35.229" v="731" actId="208"/>
          <ac:picMkLst>
            <pc:docMk/>
            <pc:sldMk cId="3519551639" sldId="2134804866"/>
            <ac:picMk id="27" creationId="{17002235-44C7-47F4-57B4-7F8349B55A9E}"/>
          </ac:picMkLst>
        </pc:picChg>
      </pc:sldChg>
      <pc:sldChg chg="modSp">
        <pc:chgData name="Ghada Mjanah" userId="f685e218-db74-45dc-b5c2-73913cedc5c4" providerId="ADAL" clId="{0C38E33D-59A6-5DD2-9FBB-7BD4BD3B24E8}" dt="2026-02-10T11:28:31.618" v="730" actId="208"/>
        <pc:sldMkLst>
          <pc:docMk/>
          <pc:sldMk cId="1263252233" sldId="2134804867"/>
        </pc:sldMkLst>
        <pc:picChg chg="mod">
          <ac:chgData name="Ghada Mjanah" userId="f685e218-db74-45dc-b5c2-73913cedc5c4" providerId="ADAL" clId="{0C38E33D-59A6-5DD2-9FBB-7BD4BD3B24E8}" dt="2026-02-10T11:28:31.618" v="730" actId="208"/>
          <ac:picMkLst>
            <pc:docMk/>
            <pc:sldMk cId="1263252233" sldId="2134804867"/>
            <ac:picMk id="2" creationId="{4FE02D66-50CD-CEC8-EBC9-BB6ED704AB6A}"/>
          </ac:picMkLst>
        </pc:picChg>
      </pc:sldChg>
      <pc:sldChg chg="modSp mod">
        <pc:chgData name="Ghada Mjanah" userId="f685e218-db74-45dc-b5c2-73913cedc5c4" providerId="ADAL" clId="{0C38E33D-59A6-5DD2-9FBB-7BD4BD3B24E8}" dt="2026-02-10T11:28:28.606" v="729" actId="208"/>
        <pc:sldMkLst>
          <pc:docMk/>
          <pc:sldMk cId="3466940213" sldId="2134804868"/>
        </pc:sldMkLst>
        <pc:picChg chg="mod">
          <ac:chgData name="Ghada Mjanah" userId="f685e218-db74-45dc-b5c2-73913cedc5c4" providerId="ADAL" clId="{0C38E33D-59A6-5DD2-9FBB-7BD4BD3B24E8}" dt="2026-02-10T11:28:28.606" v="729" actId="208"/>
          <ac:picMkLst>
            <pc:docMk/>
            <pc:sldMk cId="3466940213" sldId="2134804868"/>
            <ac:picMk id="4" creationId="{CBA33D67-0B37-7D45-2157-D805AC8F4CC8}"/>
          </ac:picMkLst>
        </pc:picChg>
      </pc:sldChg>
      <pc:sldChg chg="modSp mod">
        <pc:chgData name="Ghada Mjanah" userId="f685e218-db74-45dc-b5c2-73913cedc5c4" providerId="ADAL" clId="{0C38E33D-59A6-5DD2-9FBB-7BD4BD3B24E8}" dt="2026-02-10T11:14:27.798" v="683" actId="20577"/>
        <pc:sldMkLst>
          <pc:docMk/>
          <pc:sldMk cId="3600790132" sldId="2134804880"/>
        </pc:sldMkLst>
        <pc:spChg chg="mod">
          <ac:chgData name="Ghada Mjanah" userId="f685e218-db74-45dc-b5c2-73913cedc5c4" providerId="ADAL" clId="{0C38E33D-59A6-5DD2-9FBB-7BD4BD3B24E8}" dt="2026-02-10T11:14:27.798" v="683" actId="20577"/>
          <ac:spMkLst>
            <pc:docMk/>
            <pc:sldMk cId="3600790132" sldId="2134804880"/>
            <ac:spMk id="9" creationId="{DC2D85D9-B6E9-0BB0-7624-A7E6FC4124A0}"/>
          </ac:spMkLst>
        </pc:spChg>
      </pc:sldChg>
      <pc:sldChg chg="addSp delSp modSp mod">
        <pc:chgData name="Ghada Mjanah" userId="f685e218-db74-45dc-b5c2-73913cedc5c4" providerId="ADAL" clId="{0C38E33D-59A6-5DD2-9FBB-7BD4BD3B24E8}" dt="2026-02-10T11:28:12.772" v="727" actId="208"/>
        <pc:sldMkLst>
          <pc:docMk/>
          <pc:sldMk cId="570989827" sldId="2134804887"/>
        </pc:sldMkLst>
        <pc:spChg chg="add del">
          <ac:chgData name="Ghada Mjanah" userId="f685e218-db74-45dc-b5c2-73913cedc5c4" providerId="ADAL" clId="{0C38E33D-59A6-5DD2-9FBB-7BD4BD3B24E8}" dt="2026-02-10T11:27:13.261" v="693" actId="478"/>
          <ac:spMkLst>
            <pc:docMk/>
            <pc:sldMk cId="570989827" sldId="2134804887"/>
            <ac:spMk id="22" creationId="{165E6E50-A4AF-60A0-669A-8EB7052545E3}"/>
          </ac:spMkLst>
        </pc:spChg>
        <pc:picChg chg="mod">
          <ac:chgData name="Ghada Mjanah" userId="f685e218-db74-45dc-b5c2-73913cedc5c4" providerId="ADAL" clId="{0C38E33D-59A6-5DD2-9FBB-7BD4BD3B24E8}" dt="2026-02-10T11:28:12.772" v="727" actId="208"/>
          <ac:picMkLst>
            <pc:docMk/>
            <pc:sldMk cId="570989827" sldId="2134804887"/>
            <ac:picMk id="5" creationId="{F4A36064-FDD0-79DA-C4CD-E8412BF40297}"/>
          </ac:picMkLst>
        </pc:picChg>
        <pc:picChg chg="mod">
          <ac:chgData name="Ghada Mjanah" userId="f685e218-db74-45dc-b5c2-73913cedc5c4" providerId="ADAL" clId="{0C38E33D-59A6-5DD2-9FBB-7BD4BD3B24E8}" dt="2026-02-10T11:28:12.772" v="727" actId="208"/>
          <ac:picMkLst>
            <pc:docMk/>
            <pc:sldMk cId="570989827" sldId="2134804887"/>
            <ac:picMk id="9" creationId="{2DE63F0A-153C-DA2E-AF55-B460EBBA93D6}"/>
          </ac:picMkLst>
        </pc:picChg>
        <pc:picChg chg="mod">
          <ac:chgData name="Ghada Mjanah" userId="f685e218-db74-45dc-b5c2-73913cedc5c4" providerId="ADAL" clId="{0C38E33D-59A6-5DD2-9FBB-7BD4BD3B24E8}" dt="2026-02-10T11:28:12.772" v="727" actId="208"/>
          <ac:picMkLst>
            <pc:docMk/>
            <pc:sldMk cId="570989827" sldId="2134804887"/>
            <ac:picMk id="14" creationId="{F64EF225-D789-C9BE-2652-42BC6AD78B89}"/>
          </ac:picMkLst>
        </pc:picChg>
      </pc:sldChg>
      <pc:sldChg chg="modSp add del mod">
        <pc:chgData name="Ghada Mjanah" userId="f685e218-db74-45dc-b5c2-73913cedc5c4" providerId="ADAL" clId="{0C38E33D-59A6-5DD2-9FBB-7BD4BD3B24E8}" dt="2026-02-10T14:05:52.171" v="864" actId="2696"/>
        <pc:sldMkLst>
          <pc:docMk/>
          <pc:sldMk cId="3179159010" sldId="2134804888"/>
        </pc:sldMkLst>
        <pc:picChg chg="mod">
          <ac:chgData name="Ghada Mjanah" userId="f685e218-db74-45dc-b5c2-73913cedc5c4" providerId="ADAL" clId="{0C38E33D-59A6-5DD2-9FBB-7BD4BD3B24E8}" dt="2026-02-10T11:28:38.807" v="732" actId="208"/>
          <ac:picMkLst>
            <pc:docMk/>
            <pc:sldMk cId="3179159010" sldId="2134804888"/>
            <ac:picMk id="38" creationId="{3CD33736-FEB7-1A2A-CA30-7B4318ABCE54}"/>
          </ac:picMkLst>
        </pc:picChg>
      </pc:sldChg>
      <pc:sldChg chg="modSp mod">
        <pc:chgData name="Ghada Mjanah" userId="f685e218-db74-45dc-b5c2-73913cedc5c4" providerId="ADAL" clId="{0C38E33D-59A6-5DD2-9FBB-7BD4BD3B24E8}" dt="2026-02-10T07:42:51.916" v="529" actId="14100"/>
        <pc:sldMkLst>
          <pc:docMk/>
          <pc:sldMk cId="1616312458" sldId="2134805096"/>
        </pc:sldMkLst>
        <pc:spChg chg="mod">
          <ac:chgData name="Ghada Mjanah" userId="f685e218-db74-45dc-b5c2-73913cedc5c4" providerId="ADAL" clId="{0C38E33D-59A6-5DD2-9FBB-7BD4BD3B24E8}" dt="2026-02-10T07:33:17.181" v="390" actId="1037"/>
          <ac:spMkLst>
            <pc:docMk/>
            <pc:sldMk cId="1616312458" sldId="2134805096"/>
            <ac:spMk id="12" creationId="{98E429D6-CE17-B2FF-457E-80138A67DC54}"/>
          </ac:spMkLst>
        </pc:spChg>
        <pc:spChg chg="mod">
          <ac:chgData name="Ghada Mjanah" userId="f685e218-db74-45dc-b5c2-73913cedc5c4" providerId="ADAL" clId="{0C38E33D-59A6-5DD2-9FBB-7BD4BD3B24E8}" dt="2026-02-10T07:39:12.324" v="435" actId="1037"/>
          <ac:spMkLst>
            <pc:docMk/>
            <pc:sldMk cId="1616312458" sldId="2134805096"/>
            <ac:spMk id="16" creationId="{70CB9592-CDDB-8146-8208-72A88F081448}"/>
          </ac:spMkLst>
        </pc:spChg>
        <pc:spChg chg="mod">
          <ac:chgData name="Ghada Mjanah" userId="f685e218-db74-45dc-b5c2-73913cedc5c4" providerId="ADAL" clId="{0C38E33D-59A6-5DD2-9FBB-7BD4BD3B24E8}" dt="2026-02-10T07:39:18.208" v="452" actId="1037"/>
          <ac:spMkLst>
            <pc:docMk/>
            <pc:sldMk cId="1616312458" sldId="2134805096"/>
            <ac:spMk id="20" creationId="{70F1E6CF-3A0C-7C7E-D87E-FF6C058E86AD}"/>
          </ac:spMkLst>
        </pc:spChg>
        <pc:spChg chg="mod">
          <ac:chgData name="Ghada Mjanah" userId="f685e218-db74-45dc-b5c2-73913cedc5c4" providerId="ADAL" clId="{0C38E33D-59A6-5DD2-9FBB-7BD4BD3B24E8}" dt="2026-02-10T07:39:22.005" v="467" actId="1037"/>
          <ac:spMkLst>
            <pc:docMk/>
            <pc:sldMk cId="1616312458" sldId="2134805096"/>
            <ac:spMk id="22" creationId="{2ABC25D3-C419-00C2-E568-F74BCD4A13B5}"/>
          </ac:spMkLst>
        </pc:spChg>
        <pc:spChg chg="mod">
          <ac:chgData name="Ghada Mjanah" userId="f685e218-db74-45dc-b5c2-73913cedc5c4" providerId="ADAL" clId="{0C38E33D-59A6-5DD2-9FBB-7BD4BD3B24E8}" dt="2026-02-10T07:37:21.968" v="392" actId="14100"/>
          <ac:spMkLst>
            <pc:docMk/>
            <pc:sldMk cId="1616312458" sldId="2134805096"/>
            <ac:spMk id="25" creationId="{F1E0C5BE-5687-4E09-776C-F63ACCE668F3}"/>
          </ac:spMkLst>
        </pc:spChg>
        <pc:spChg chg="mod">
          <ac:chgData name="Ghada Mjanah" userId="f685e218-db74-45dc-b5c2-73913cedc5c4" providerId="ADAL" clId="{0C38E33D-59A6-5DD2-9FBB-7BD4BD3B24E8}" dt="2026-02-10T07:37:34.114" v="404" actId="1037"/>
          <ac:spMkLst>
            <pc:docMk/>
            <pc:sldMk cId="1616312458" sldId="2134805096"/>
            <ac:spMk id="26" creationId="{F57F742E-897C-78B7-BCE3-37784867B408}"/>
          </ac:spMkLst>
        </pc:spChg>
        <pc:spChg chg="mod">
          <ac:chgData name="Ghada Mjanah" userId="f685e218-db74-45dc-b5c2-73913cedc5c4" providerId="ADAL" clId="{0C38E33D-59A6-5DD2-9FBB-7BD4BD3B24E8}" dt="2026-02-10T07:33:02.759" v="376" actId="14100"/>
          <ac:spMkLst>
            <pc:docMk/>
            <pc:sldMk cId="1616312458" sldId="2134805096"/>
            <ac:spMk id="31" creationId="{EDBAA9AA-0A77-5221-1EA2-4105BA01ACBA}"/>
          </ac:spMkLst>
        </pc:spChg>
        <pc:spChg chg="mod">
          <ac:chgData name="Ghada Mjanah" userId="f685e218-db74-45dc-b5c2-73913cedc5c4" providerId="ADAL" clId="{0C38E33D-59A6-5DD2-9FBB-7BD4BD3B24E8}" dt="2026-02-10T07:37:37.377" v="414" actId="1037"/>
          <ac:spMkLst>
            <pc:docMk/>
            <pc:sldMk cId="1616312458" sldId="2134805096"/>
            <ac:spMk id="33" creationId="{1EEBDCE4-AC84-AF20-551F-5DEFB65C475A}"/>
          </ac:spMkLst>
        </pc:spChg>
        <pc:spChg chg="mod">
          <ac:chgData name="Ghada Mjanah" userId="f685e218-db74-45dc-b5c2-73913cedc5c4" providerId="ADAL" clId="{0C38E33D-59A6-5DD2-9FBB-7BD4BD3B24E8}" dt="2026-02-10T07:42:51.916" v="529" actId="14100"/>
          <ac:spMkLst>
            <pc:docMk/>
            <pc:sldMk cId="1616312458" sldId="2134805096"/>
            <ac:spMk id="34" creationId="{6CC2EE95-70FE-DCD0-BD28-D83EF9983C4E}"/>
          </ac:spMkLst>
        </pc:spChg>
        <pc:spChg chg="mod">
          <ac:chgData name="Ghada Mjanah" userId="f685e218-db74-45dc-b5c2-73913cedc5c4" providerId="ADAL" clId="{0C38E33D-59A6-5DD2-9FBB-7BD4BD3B24E8}" dt="2026-02-10T07:37:44.159" v="416" actId="1076"/>
          <ac:spMkLst>
            <pc:docMk/>
            <pc:sldMk cId="1616312458" sldId="2134805096"/>
            <ac:spMk id="37" creationId="{4B7E06D3-62D6-2EC5-8E14-82E53B71A42C}"/>
          </ac:spMkLst>
        </pc:spChg>
        <pc:spChg chg="mod">
          <ac:chgData name="Ghada Mjanah" userId="f685e218-db74-45dc-b5c2-73913cedc5c4" providerId="ADAL" clId="{0C38E33D-59A6-5DD2-9FBB-7BD4BD3B24E8}" dt="2026-02-10T07:33:13.070" v="377" actId="14100"/>
          <ac:spMkLst>
            <pc:docMk/>
            <pc:sldMk cId="1616312458" sldId="2134805096"/>
            <ac:spMk id="39" creationId="{F01A458B-E4D8-F968-EFD6-4AE3FB919269}"/>
          </ac:spMkLst>
        </pc:spChg>
        <pc:spChg chg="mod">
          <ac:chgData name="Ghada Mjanah" userId="f685e218-db74-45dc-b5c2-73913cedc5c4" providerId="ADAL" clId="{0C38E33D-59A6-5DD2-9FBB-7BD4BD3B24E8}" dt="2026-02-10T07:33:13.070" v="377" actId="14100"/>
          <ac:spMkLst>
            <pc:docMk/>
            <pc:sldMk cId="1616312458" sldId="2134805096"/>
            <ac:spMk id="40" creationId="{D2354B07-6A9A-92D3-4A5B-11D791FCC47E}"/>
          </ac:spMkLst>
        </pc:spChg>
        <pc:spChg chg="mod">
          <ac:chgData name="Ghada Mjanah" userId="f685e218-db74-45dc-b5c2-73913cedc5c4" providerId="ADAL" clId="{0C38E33D-59A6-5DD2-9FBB-7BD4BD3B24E8}" dt="2026-02-10T07:39:08.328" v="417" actId="14100"/>
          <ac:spMkLst>
            <pc:docMk/>
            <pc:sldMk cId="1616312458" sldId="2134805096"/>
            <ac:spMk id="41" creationId="{7D6147AA-1C56-FC19-07DA-00D837FEA6B1}"/>
          </ac:spMkLst>
        </pc:spChg>
        <pc:spChg chg="mod">
          <ac:chgData name="Ghada Mjanah" userId="f685e218-db74-45dc-b5c2-73913cedc5c4" providerId="ADAL" clId="{0C38E33D-59A6-5DD2-9FBB-7BD4BD3B24E8}" dt="2026-02-10T07:39:08.328" v="417" actId="14100"/>
          <ac:spMkLst>
            <pc:docMk/>
            <pc:sldMk cId="1616312458" sldId="2134805096"/>
            <ac:spMk id="42" creationId="{2720B660-83EB-11ED-B956-7D24321FF20B}"/>
          </ac:spMkLst>
        </pc:spChg>
        <pc:spChg chg="mod">
          <ac:chgData name="Ghada Mjanah" userId="f685e218-db74-45dc-b5c2-73913cedc5c4" providerId="ADAL" clId="{0C38E33D-59A6-5DD2-9FBB-7BD4BD3B24E8}" dt="2026-02-10T07:37:29.380" v="393" actId="14100"/>
          <ac:spMkLst>
            <pc:docMk/>
            <pc:sldMk cId="1616312458" sldId="2134805096"/>
            <ac:spMk id="43" creationId="{F2D4D5A0-E438-D6D3-0DC6-CBD5CB9AAFE9}"/>
          </ac:spMkLst>
        </pc:spChg>
        <pc:spChg chg="mod">
          <ac:chgData name="Ghada Mjanah" userId="f685e218-db74-45dc-b5c2-73913cedc5c4" providerId="ADAL" clId="{0C38E33D-59A6-5DD2-9FBB-7BD4BD3B24E8}" dt="2026-02-10T07:37:29.380" v="393" actId="14100"/>
          <ac:spMkLst>
            <pc:docMk/>
            <pc:sldMk cId="1616312458" sldId="2134805096"/>
            <ac:spMk id="44" creationId="{6A643654-4CDF-E27D-39BE-03C29C2BD288}"/>
          </ac:spMkLst>
        </pc:spChg>
        <pc:picChg chg="mod">
          <ac:chgData name="Ghada Mjanah" userId="f685e218-db74-45dc-b5c2-73913cedc5c4" providerId="ADAL" clId="{0C38E33D-59A6-5DD2-9FBB-7BD4BD3B24E8}" dt="2026-02-10T07:39:28.710" v="490" actId="1037"/>
          <ac:picMkLst>
            <pc:docMk/>
            <pc:sldMk cId="1616312458" sldId="2134805096"/>
            <ac:picMk id="13" creationId="{7A65B39E-35D8-4970-83B2-F8C5BDA1D3A1}"/>
          </ac:picMkLst>
        </pc:picChg>
        <pc:picChg chg="mod">
          <ac:chgData name="Ghada Mjanah" userId="f685e218-db74-45dc-b5c2-73913cedc5c4" providerId="ADAL" clId="{0C38E33D-59A6-5DD2-9FBB-7BD4BD3B24E8}" dt="2026-02-10T07:39:34.464" v="513" actId="1037"/>
          <ac:picMkLst>
            <pc:docMk/>
            <pc:sldMk cId="1616312458" sldId="2134805096"/>
            <ac:picMk id="14" creationId="{63A45DF2-EFE9-5E68-7C20-B81F488C0F20}"/>
          </ac:picMkLst>
        </pc:picChg>
        <pc:picChg chg="mod">
          <ac:chgData name="Ghada Mjanah" userId="f685e218-db74-45dc-b5c2-73913cedc5c4" providerId="ADAL" clId="{0C38E33D-59A6-5DD2-9FBB-7BD4BD3B24E8}" dt="2026-02-10T07:39:57.620" v="528" actId="1037"/>
          <ac:picMkLst>
            <pc:docMk/>
            <pc:sldMk cId="1616312458" sldId="2134805096"/>
            <ac:picMk id="27" creationId="{F08F6927-8F0E-15E4-1323-94E246E00BCE}"/>
          </ac:picMkLst>
        </pc:picChg>
      </pc:sldChg>
    </pc:docChg>
  </pc:docChgLst>
  <pc:docChgLst>
    <pc:chgData name="Anton Shemyakov" userId="S::anton.shemyakov@onethousand.ai::1610bb57-1fc7-48b5-8cfa-202f9a620024" providerId="AD" clId="Web-{116AB761-D244-889B-A9BC-FB7E992F2004}"/>
    <pc:docChg chg="modSld">
      <pc:chgData name="Anton Shemyakov" userId="S::anton.shemyakov@onethousand.ai::1610bb57-1fc7-48b5-8cfa-202f9a620024" providerId="AD" clId="Web-{116AB761-D244-889B-A9BC-FB7E992F2004}" dt="2026-02-08T22:43:35.711" v="13" actId="20577"/>
      <pc:docMkLst>
        <pc:docMk/>
      </pc:docMkLst>
      <pc:sldChg chg="modSp">
        <pc:chgData name="Anton Shemyakov" userId="S::anton.shemyakov@onethousand.ai::1610bb57-1fc7-48b5-8cfa-202f9a620024" providerId="AD" clId="Web-{116AB761-D244-889B-A9BC-FB7E992F2004}" dt="2026-02-08T22:43:35.711" v="13" actId="20577"/>
        <pc:sldMkLst>
          <pc:docMk/>
          <pc:sldMk cId="4004355921" sldId="2134804621"/>
        </pc:sldMkLst>
        <pc:spChg chg="mod">
          <ac:chgData name="Anton Shemyakov" userId="S::anton.shemyakov@onethousand.ai::1610bb57-1fc7-48b5-8cfa-202f9a620024" providerId="AD" clId="Web-{116AB761-D244-889B-A9BC-FB7E992F2004}" dt="2026-02-08T22:43:35.711" v="13" actId="20577"/>
          <ac:spMkLst>
            <pc:docMk/>
            <pc:sldMk cId="4004355921" sldId="2134804621"/>
            <ac:spMk id="11" creationId="{E16BA9DC-75B5-2775-B253-B8A0BEC3451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851E25-E443-0B4D-8605-9A71F8521FF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14B3F4-B1F1-234C-B0C8-BAB79D61E04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837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svg"/><Relationship Id="rId4" Type="http://schemas.openxmlformats.org/officeDocument/2006/relationships/image" Target="../media/image3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sh + one Log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87FE0D33-B384-4EC5-A57A-91BE4F5E3B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-661678" y="-688952"/>
            <a:ext cx="13528546" cy="2892310"/>
          </a:xfrm>
          <a:prstGeom prst="rect">
            <a:avLst/>
          </a:prstGeom>
        </p:spPr>
      </p:pic>
      <p:sp>
        <p:nvSpPr>
          <p:cNvPr id="2" name="Datumsplatzhalter 3">
            <a:extLst>
              <a:ext uri="{FF2B5EF4-FFF2-40B4-BE49-F238E27FC236}">
                <a16:creationId xmlns:a16="http://schemas.microsoft.com/office/drawing/2014/main" id="{57B0598C-2F82-6181-3C60-B0FC8691CE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199685" y="6443776"/>
            <a:ext cx="1728788" cy="180000"/>
          </a:xfrm>
        </p:spPr>
        <p:txBody>
          <a:bodyPr anchor="t" anchorCtr="0"/>
          <a:lstStyle>
            <a:lvl1pPr algn="r">
              <a:defRPr sz="1300" cap="all" baseline="0"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AFCBCC29-FDD2-A4E1-A2EE-8805B6FD7B0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3525" y="5974080"/>
            <a:ext cx="2865756" cy="62357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3796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Lime + one Log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87FE0D33-B384-4EC5-A57A-91BE4F5E3B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-668274" y="-693072"/>
            <a:ext cx="13528546" cy="2892310"/>
          </a:xfrm>
          <a:prstGeom prst="rect">
            <a:avLst/>
          </a:prstGeom>
        </p:spPr>
      </p:pic>
      <p:sp>
        <p:nvSpPr>
          <p:cNvPr id="2" name="Datumsplatzhalter 3">
            <a:extLst>
              <a:ext uri="{FF2B5EF4-FFF2-40B4-BE49-F238E27FC236}">
                <a16:creationId xmlns:a16="http://schemas.microsoft.com/office/drawing/2014/main" id="{57B0598C-2F82-6181-3C60-B0FC8691CE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199685" y="6443776"/>
            <a:ext cx="1728788" cy="180000"/>
          </a:xfrm>
        </p:spPr>
        <p:txBody>
          <a:bodyPr anchor="t" anchorCtr="0"/>
          <a:lstStyle>
            <a:lvl1pPr algn="r">
              <a:defRPr sz="1300" cap="all" baseline="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AFCBCC29-FDD2-A4E1-A2EE-8805B6FD7B0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3525" y="5974080"/>
            <a:ext cx="2865756" cy="62357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7094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sh + two Logo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AFCBCC29-FDD2-A4E1-A2EE-8805B6FD7B0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199688" y="6221476"/>
            <a:ext cx="1728788" cy="376173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" name="Bildplatzhalter 3">
            <a:extLst>
              <a:ext uri="{FF2B5EF4-FFF2-40B4-BE49-F238E27FC236}">
                <a16:creationId xmlns:a16="http://schemas.microsoft.com/office/drawing/2014/main" id="{1E0AEB10-63B1-3D6A-B9E0-6EB0E405DDF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20075" y="6221476"/>
            <a:ext cx="1728788" cy="376173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5" name="Textplatzhalter 11">
            <a:extLst>
              <a:ext uri="{FF2B5EF4-FFF2-40B4-BE49-F238E27FC236}">
                <a16:creationId xmlns:a16="http://schemas.microsoft.com/office/drawing/2014/main" id="{C53A12C4-40C3-031D-6B5D-BD7EC0A5338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3525" y="6403844"/>
            <a:ext cx="3708400" cy="219932"/>
          </a:xfrm>
        </p:spPr>
        <p:txBody>
          <a:bodyPr vert="horz" wrap="square" anchor="b" anchorCtr="0">
            <a:spAutoFit/>
          </a:bodyPr>
          <a:lstStyle>
            <a:lvl1pPr marL="0" indent="0" algn="l">
              <a:buNone/>
              <a:defRPr sz="13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3F192DB3-C125-B347-B416-20F78C695E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-341535" y="-377783"/>
            <a:ext cx="8927752" cy="1908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836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Lime + two Logo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AFCBCC29-FDD2-A4E1-A2EE-8805B6FD7B0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199688" y="6221476"/>
            <a:ext cx="1728788" cy="376173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" name="Bildplatzhalter 3">
            <a:extLst>
              <a:ext uri="{FF2B5EF4-FFF2-40B4-BE49-F238E27FC236}">
                <a16:creationId xmlns:a16="http://schemas.microsoft.com/office/drawing/2014/main" id="{1E0AEB10-63B1-3D6A-B9E0-6EB0E405DDF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20075" y="6221476"/>
            <a:ext cx="1728788" cy="376173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5" name="Textplatzhalter 11">
            <a:extLst>
              <a:ext uri="{FF2B5EF4-FFF2-40B4-BE49-F238E27FC236}">
                <a16:creationId xmlns:a16="http://schemas.microsoft.com/office/drawing/2014/main" id="{C53A12C4-40C3-031D-6B5D-BD7EC0A5338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3525" y="6403844"/>
            <a:ext cx="3708400" cy="219932"/>
          </a:xfrm>
        </p:spPr>
        <p:txBody>
          <a:bodyPr vert="horz" wrap="square" anchor="b" anchorCtr="0">
            <a:spAutoFit/>
          </a:bodyPr>
          <a:lstStyle>
            <a:lvl1pPr marL="0" indent="0" algn="l">
              <a:buNone/>
              <a:defRPr sz="13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91EC9F1-098F-058D-D350-E9D8778F9B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-341535" y="-377783"/>
            <a:ext cx="8927752" cy="1908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71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sh + Client nam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11">
            <a:extLst>
              <a:ext uri="{FF2B5EF4-FFF2-40B4-BE49-F238E27FC236}">
                <a16:creationId xmlns:a16="http://schemas.microsoft.com/office/drawing/2014/main" id="{C53A12C4-40C3-031D-6B5D-BD7EC0A5338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3524" y="6124163"/>
            <a:ext cx="5707063" cy="592213"/>
          </a:xfrm>
        </p:spPr>
        <p:txBody>
          <a:bodyPr vert="horz" wrap="square" anchor="b" anchorCtr="0">
            <a:spAutoFit/>
          </a:bodyPr>
          <a:lstStyle>
            <a:lvl1pPr marL="0" indent="0" algn="l">
              <a:buNone/>
              <a:defRPr sz="35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Client Name</a:t>
            </a:r>
          </a:p>
        </p:txBody>
      </p:sp>
      <p:sp>
        <p:nvSpPr>
          <p:cNvPr id="2" name="Datumsplatzhalter 3">
            <a:extLst>
              <a:ext uri="{FF2B5EF4-FFF2-40B4-BE49-F238E27FC236}">
                <a16:creationId xmlns:a16="http://schemas.microsoft.com/office/drawing/2014/main" id="{067F4548-FA19-E81A-3C2A-3E90B3AE1B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199685" y="6443776"/>
            <a:ext cx="1728788" cy="180000"/>
          </a:xfrm>
        </p:spPr>
        <p:txBody>
          <a:bodyPr anchor="t" anchorCtr="0"/>
          <a:lstStyle>
            <a:lvl1pPr algn="r">
              <a:defRPr sz="1300" cap="all" baseline="0">
                <a:solidFill>
                  <a:schemeClr val="bg2"/>
                </a:solidFill>
              </a:defRPr>
            </a:lvl1pPr>
          </a:lstStyle>
          <a:p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62E1CCE-39A8-E9B0-15E3-32AE35112C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-661678" y="-688952"/>
            <a:ext cx="13528546" cy="289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702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Lime + Client nam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11">
            <a:extLst>
              <a:ext uri="{FF2B5EF4-FFF2-40B4-BE49-F238E27FC236}">
                <a16:creationId xmlns:a16="http://schemas.microsoft.com/office/drawing/2014/main" id="{C53A12C4-40C3-031D-6B5D-BD7EC0A5338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3524" y="6124163"/>
            <a:ext cx="5707063" cy="592213"/>
          </a:xfrm>
        </p:spPr>
        <p:txBody>
          <a:bodyPr vert="horz" wrap="square" anchor="b" anchorCtr="0">
            <a:spAutoFit/>
          </a:bodyPr>
          <a:lstStyle>
            <a:lvl1pPr marL="0" indent="0" algn="l">
              <a:buNone/>
              <a:defRPr sz="35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Client Name</a:t>
            </a:r>
          </a:p>
        </p:txBody>
      </p:sp>
      <p:sp>
        <p:nvSpPr>
          <p:cNvPr id="2" name="Datumsplatzhalter 3">
            <a:extLst>
              <a:ext uri="{FF2B5EF4-FFF2-40B4-BE49-F238E27FC236}">
                <a16:creationId xmlns:a16="http://schemas.microsoft.com/office/drawing/2014/main" id="{067F4548-FA19-E81A-3C2A-3E90B3AE1B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199685" y="6443776"/>
            <a:ext cx="1728788" cy="180000"/>
          </a:xfrm>
        </p:spPr>
        <p:txBody>
          <a:bodyPr anchor="t" anchorCtr="0"/>
          <a:lstStyle>
            <a:lvl1pPr algn="r">
              <a:defRPr sz="1300" cap="all" baseline="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BAC8C7B-5B4B-B9C3-4128-FC18E88FEE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-668274" y="-693072"/>
            <a:ext cx="13528546" cy="289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397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sh + one Log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87FE0D33-B384-4EC5-A57A-91BE4F5E3B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-661678" y="-688952"/>
            <a:ext cx="13528546" cy="2892310"/>
          </a:xfrm>
          <a:prstGeom prst="rect">
            <a:avLst/>
          </a:prstGeom>
        </p:spPr>
      </p:pic>
      <p:sp>
        <p:nvSpPr>
          <p:cNvPr id="2" name="Datumsplatzhalter 3">
            <a:extLst>
              <a:ext uri="{FF2B5EF4-FFF2-40B4-BE49-F238E27FC236}">
                <a16:creationId xmlns:a16="http://schemas.microsoft.com/office/drawing/2014/main" id="{57B0598C-2F82-6181-3C60-B0FC8691CE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3525" y="4501577"/>
            <a:ext cx="1728788" cy="180000"/>
          </a:xfrm>
        </p:spPr>
        <p:txBody>
          <a:bodyPr anchor="t" anchorCtr="0"/>
          <a:lstStyle>
            <a:lvl1pPr algn="l">
              <a:defRPr sz="1300" cap="all" baseline="0">
                <a:solidFill>
                  <a:schemeClr val="bg2"/>
                </a:solidFill>
              </a:defRPr>
            </a:lvl1pPr>
          </a:lstStyle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AFCBCC29-FDD2-A4E1-A2EE-8805B6FD7B0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220075" y="4908884"/>
            <a:ext cx="2865756" cy="62357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DCBD2344-5D29-F9B5-C8C8-E41263E945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25" y="4908884"/>
            <a:ext cx="5707064" cy="1720194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000" cap="all" baseline="0"/>
            </a:lvl1pPr>
          </a:lstStyle>
          <a:p>
            <a:r>
              <a:rPr lang="de-DE"/>
              <a:t>Title</a:t>
            </a:r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AFEBD136-EA3D-759F-DB12-7B8F2CA7FA9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20075" y="5544816"/>
            <a:ext cx="3708400" cy="1052834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848164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ime + one Log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>
            <a:extLst>
              <a:ext uri="{FF2B5EF4-FFF2-40B4-BE49-F238E27FC236}">
                <a16:creationId xmlns:a16="http://schemas.microsoft.com/office/drawing/2014/main" id="{57B0598C-2F82-6181-3C60-B0FC8691CE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3525" y="4501577"/>
            <a:ext cx="1728788" cy="180000"/>
          </a:xfrm>
        </p:spPr>
        <p:txBody>
          <a:bodyPr anchor="t" anchorCtr="0"/>
          <a:lstStyle>
            <a:lvl1pPr algn="l">
              <a:defRPr sz="1300" cap="all" baseline="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AFCBCC29-FDD2-A4E1-A2EE-8805B6FD7B0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220075" y="4908884"/>
            <a:ext cx="2865756" cy="62357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DCBD2344-5D29-F9B5-C8C8-E41263E945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25" y="4908884"/>
            <a:ext cx="5707064" cy="1720194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000" cap="all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Title</a:t>
            </a:r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AFEBD136-EA3D-759F-DB12-7B8F2CA7FA9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20075" y="5544816"/>
            <a:ext cx="3708400" cy="1052834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B111BCC-B7DD-F1A7-8627-1D2DE6B3DC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-668274" y="-693072"/>
            <a:ext cx="13528546" cy="289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228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sh + small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DCBD2344-5D29-F9B5-C8C8-E41263E945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25" y="3429000"/>
            <a:ext cx="5707064" cy="1720194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000" cap="all" baseline="0"/>
            </a:lvl1pPr>
          </a:lstStyle>
          <a:p>
            <a:r>
              <a:rPr lang="de-DE"/>
              <a:t>Title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0D2383E-B68A-DC38-189C-38ABDFBE10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502" y="-30480"/>
            <a:ext cx="3132000" cy="1137983"/>
          </a:xfrm>
          <a:prstGeom prst="rect">
            <a:avLst/>
          </a:prstGeom>
        </p:spPr>
      </p:pic>
      <p:sp>
        <p:nvSpPr>
          <p:cNvPr id="8" name="Bildplatzhalter 6">
            <a:extLst>
              <a:ext uri="{FF2B5EF4-FFF2-40B4-BE49-F238E27FC236}">
                <a16:creationId xmlns:a16="http://schemas.microsoft.com/office/drawing/2014/main" id="{107D1327-8337-A6D1-25B6-6A03D6559E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17920" y="260350"/>
            <a:ext cx="5707064" cy="6337301"/>
          </a:xfrm>
          <a:prstGeom prst="roundRect">
            <a:avLst>
              <a:gd name="adj" fmla="val 2568"/>
            </a:avLst>
          </a:prstGeo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Image</a:t>
            </a:r>
          </a:p>
        </p:txBody>
      </p:sp>
      <p:sp>
        <p:nvSpPr>
          <p:cNvPr id="9" name="Textplatzhalter 11">
            <a:extLst>
              <a:ext uri="{FF2B5EF4-FFF2-40B4-BE49-F238E27FC236}">
                <a16:creationId xmlns:a16="http://schemas.microsoft.com/office/drawing/2014/main" id="{ECE4B889-9725-6A70-1F62-F4CAD3DC404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3524" y="6280931"/>
            <a:ext cx="5707063" cy="389145"/>
          </a:xfrm>
        </p:spPr>
        <p:txBody>
          <a:bodyPr vert="horz" wrap="square" anchor="b" anchorCtr="0">
            <a:spAutoFit/>
          </a:bodyPr>
          <a:lstStyle>
            <a:lvl1pPr marL="0" indent="0" algn="l">
              <a:buNone/>
              <a:defRPr sz="23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Client Name</a:t>
            </a:r>
          </a:p>
        </p:txBody>
      </p:sp>
      <p:sp>
        <p:nvSpPr>
          <p:cNvPr id="10" name="Textplatzhalter 11">
            <a:extLst>
              <a:ext uri="{FF2B5EF4-FFF2-40B4-BE49-F238E27FC236}">
                <a16:creationId xmlns:a16="http://schemas.microsoft.com/office/drawing/2014/main" id="{E0BE8840-21FD-4AE7-AF4C-9675622F43D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3524" y="2981761"/>
            <a:ext cx="3708400" cy="219932"/>
          </a:xfrm>
        </p:spPr>
        <p:txBody>
          <a:bodyPr vert="horz" wrap="square" anchor="b" anchorCtr="0">
            <a:spAutoFit/>
          </a:bodyPr>
          <a:lstStyle>
            <a:lvl1pPr marL="0" indent="0" algn="l">
              <a:buNone/>
              <a:defRPr sz="1300" cap="all" baseline="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29817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hite + small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DCBD2344-5D29-F9B5-C8C8-E41263E945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25" y="3429000"/>
            <a:ext cx="5707064" cy="1720194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000" cap="all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Title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0D2383E-B68A-DC38-189C-38ABDFBE10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-27502" y="-30480"/>
            <a:ext cx="3132000" cy="1137982"/>
          </a:xfrm>
          <a:prstGeom prst="rect">
            <a:avLst/>
          </a:prstGeom>
        </p:spPr>
      </p:pic>
      <p:sp>
        <p:nvSpPr>
          <p:cNvPr id="8" name="Bildplatzhalter 6">
            <a:extLst>
              <a:ext uri="{FF2B5EF4-FFF2-40B4-BE49-F238E27FC236}">
                <a16:creationId xmlns:a16="http://schemas.microsoft.com/office/drawing/2014/main" id="{107D1327-8337-A6D1-25B6-6A03D6559E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17920" y="260350"/>
            <a:ext cx="5707064" cy="6337301"/>
          </a:xfrm>
          <a:prstGeom prst="roundRect">
            <a:avLst>
              <a:gd name="adj" fmla="val 2568"/>
            </a:avLst>
          </a:prstGeom>
          <a:noFill/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Image</a:t>
            </a:r>
          </a:p>
        </p:txBody>
      </p:sp>
      <p:sp>
        <p:nvSpPr>
          <p:cNvPr id="10" name="Textplatzhalter 11">
            <a:extLst>
              <a:ext uri="{FF2B5EF4-FFF2-40B4-BE49-F238E27FC236}">
                <a16:creationId xmlns:a16="http://schemas.microsoft.com/office/drawing/2014/main" id="{E0BE8840-21FD-4AE7-AF4C-9675622F43D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3524" y="2981761"/>
            <a:ext cx="3708400" cy="219932"/>
          </a:xfrm>
        </p:spPr>
        <p:txBody>
          <a:bodyPr vert="horz" wrap="square" anchor="b" anchorCtr="0">
            <a:spAutoFit/>
          </a:bodyPr>
          <a:lstStyle>
            <a:lvl1pPr marL="0" indent="0" algn="l">
              <a:buNone/>
              <a:defRPr sz="13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2" name="Bildplatzhalter 3">
            <a:extLst>
              <a:ext uri="{FF2B5EF4-FFF2-40B4-BE49-F238E27FC236}">
                <a16:creationId xmlns:a16="http://schemas.microsoft.com/office/drawing/2014/main" id="{DBC6934D-6E45-3ECA-AB08-02A23744506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243138" y="6221476"/>
            <a:ext cx="1728788" cy="376173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E4B125E0-5506-64F0-2B93-E84B2077094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63525" y="6221476"/>
            <a:ext cx="1728788" cy="376173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787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sh + large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87FE0D33-B384-4EC5-A57A-91BE4F5E3B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-661678" y="-688952"/>
            <a:ext cx="13528546" cy="2892310"/>
          </a:xfrm>
          <a:prstGeom prst="rect">
            <a:avLst/>
          </a:prstGeom>
        </p:spPr>
      </p:pic>
      <p:sp>
        <p:nvSpPr>
          <p:cNvPr id="5" name="Bildplatzhalter 6">
            <a:extLst>
              <a:ext uri="{FF2B5EF4-FFF2-40B4-BE49-F238E27FC236}">
                <a16:creationId xmlns:a16="http://schemas.microsoft.com/office/drawing/2014/main" id="{63879F06-A9F2-8C7D-6969-EC4AF35C1B3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63525" y="1490473"/>
            <a:ext cx="11661459" cy="4574152"/>
          </a:xfrm>
          <a:prstGeom prst="roundRect">
            <a:avLst>
              <a:gd name="adj" fmla="val 2568"/>
            </a:avLst>
          </a:prstGeo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Image</a:t>
            </a:r>
          </a:p>
        </p:txBody>
      </p:sp>
      <p:sp>
        <p:nvSpPr>
          <p:cNvPr id="8" name="Textplatzhalter 11">
            <a:extLst>
              <a:ext uri="{FF2B5EF4-FFF2-40B4-BE49-F238E27FC236}">
                <a16:creationId xmlns:a16="http://schemas.microsoft.com/office/drawing/2014/main" id="{86591CD3-6196-6740-CAB8-373A0485AF7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3524" y="6280931"/>
            <a:ext cx="5707063" cy="389145"/>
          </a:xfrm>
        </p:spPr>
        <p:txBody>
          <a:bodyPr vert="horz" wrap="square" anchor="b" anchorCtr="0">
            <a:spAutoFit/>
          </a:bodyPr>
          <a:lstStyle>
            <a:lvl1pPr marL="0" indent="0" algn="l">
              <a:buNone/>
              <a:defRPr sz="23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Client Name</a:t>
            </a:r>
          </a:p>
        </p:txBody>
      </p:sp>
      <p:sp>
        <p:nvSpPr>
          <p:cNvPr id="9" name="Bildplatzhalter 3">
            <a:extLst>
              <a:ext uri="{FF2B5EF4-FFF2-40B4-BE49-F238E27FC236}">
                <a16:creationId xmlns:a16="http://schemas.microsoft.com/office/drawing/2014/main" id="{184A0E15-359A-CF91-DAEC-4D19075F14E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196196" y="6221476"/>
            <a:ext cx="1728788" cy="376173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18290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hite + 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6">
            <a:extLst>
              <a:ext uri="{FF2B5EF4-FFF2-40B4-BE49-F238E27FC236}">
                <a16:creationId xmlns:a16="http://schemas.microsoft.com/office/drawing/2014/main" id="{63879F06-A9F2-8C7D-6969-EC4AF35C1B3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63525" y="1490473"/>
            <a:ext cx="11661459" cy="4574152"/>
          </a:xfrm>
          <a:prstGeom prst="roundRect">
            <a:avLst>
              <a:gd name="adj" fmla="val 2568"/>
            </a:avLst>
          </a:prstGeom>
          <a:noFill/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Image</a:t>
            </a:r>
          </a:p>
        </p:txBody>
      </p:sp>
      <p:sp>
        <p:nvSpPr>
          <p:cNvPr id="8" name="Textplatzhalter 11">
            <a:extLst>
              <a:ext uri="{FF2B5EF4-FFF2-40B4-BE49-F238E27FC236}">
                <a16:creationId xmlns:a16="http://schemas.microsoft.com/office/drawing/2014/main" id="{86591CD3-6196-6740-CAB8-373A0485AF7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3524" y="6280931"/>
            <a:ext cx="5707063" cy="389145"/>
          </a:xfrm>
        </p:spPr>
        <p:txBody>
          <a:bodyPr vert="horz" wrap="square" anchor="b" anchorCtr="0">
            <a:spAutoFit/>
          </a:bodyPr>
          <a:lstStyle>
            <a:lvl1pPr marL="0" indent="0" algn="l">
              <a:buNone/>
              <a:defRPr sz="23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Client Name</a:t>
            </a:r>
          </a:p>
        </p:txBody>
      </p:sp>
      <p:sp>
        <p:nvSpPr>
          <p:cNvPr id="9" name="Bildplatzhalter 3">
            <a:extLst>
              <a:ext uri="{FF2B5EF4-FFF2-40B4-BE49-F238E27FC236}">
                <a16:creationId xmlns:a16="http://schemas.microsoft.com/office/drawing/2014/main" id="{184A0E15-359A-CF91-DAEC-4D19075F14E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196196" y="6221476"/>
            <a:ext cx="1728788" cy="376173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1F4896B-D041-89AF-8D93-A7144C52A3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-668274" y="-693072"/>
            <a:ext cx="13528546" cy="289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4939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sh + small Image + Yea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DCBD2344-5D29-F9B5-C8C8-E41263E945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25" y="3429000"/>
            <a:ext cx="5707064" cy="1720194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000" cap="all" baseline="0"/>
            </a:lvl1pPr>
          </a:lstStyle>
          <a:p>
            <a:r>
              <a:rPr lang="de-DE"/>
              <a:t>Title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0D2383E-B68A-DC38-189C-38ABDFBE10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502" y="-30480"/>
            <a:ext cx="3132000" cy="1137983"/>
          </a:xfrm>
          <a:prstGeom prst="rect">
            <a:avLst/>
          </a:prstGeom>
        </p:spPr>
      </p:pic>
      <p:sp>
        <p:nvSpPr>
          <p:cNvPr id="8" name="Bildplatzhalter 6">
            <a:extLst>
              <a:ext uri="{FF2B5EF4-FFF2-40B4-BE49-F238E27FC236}">
                <a16:creationId xmlns:a16="http://schemas.microsoft.com/office/drawing/2014/main" id="{107D1327-8337-A6D1-25B6-6A03D6559E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17920" y="260350"/>
            <a:ext cx="4124960" cy="6337301"/>
          </a:xfrm>
          <a:prstGeom prst="roundRect">
            <a:avLst>
              <a:gd name="adj" fmla="val 2568"/>
            </a:avLst>
          </a:prstGeo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Image</a:t>
            </a:r>
          </a:p>
        </p:txBody>
      </p:sp>
      <p:sp>
        <p:nvSpPr>
          <p:cNvPr id="9" name="Textplatzhalter 11">
            <a:extLst>
              <a:ext uri="{FF2B5EF4-FFF2-40B4-BE49-F238E27FC236}">
                <a16:creationId xmlns:a16="http://schemas.microsoft.com/office/drawing/2014/main" id="{ECE4B889-9725-6A70-1F62-F4CAD3DC404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3524" y="6280931"/>
            <a:ext cx="5707063" cy="389145"/>
          </a:xfrm>
        </p:spPr>
        <p:txBody>
          <a:bodyPr vert="horz" wrap="square" anchor="b" anchorCtr="0">
            <a:spAutoFit/>
          </a:bodyPr>
          <a:lstStyle>
            <a:lvl1pPr marL="0" indent="0" algn="l">
              <a:buNone/>
              <a:defRPr sz="23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Client Name</a:t>
            </a:r>
          </a:p>
        </p:txBody>
      </p:sp>
      <p:sp>
        <p:nvSpPr>
          <p:cNvPr id="10" name="Textplatzhalter 11">
            <a:extLst>
              <a:ext uri="{FF2B5EF4-FFF2-40B4-BE49-F238E27FC236}">
                <a16:creationId xmlns:a16="http://schemas.microsoft.com/office/drawing/2014/main" id="{E0BE8840-21FD-4AE7-AF4C-9675622F43D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3524" y="2981761"/>
            <a:ext cx="3708400" cy="219932"/>
          </a:xfrm>
        </p:spPr>
        <p:txBody>
          <a:bodyPr vert="horz" wrap="square" anchor="b" anchorCtr="0">
            <a:spAutoFit/>
          </a:bodyPr>
          <a:lstStyle>
            <a:lvl1pPr marL="0" indent="0" algn="l">
              <a:buNone/>
              <a:defRPr sz="1300" cap="all" baseline="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6042A04E-6948-AA64-48D2-8DFB9EBCAD07}"/>
              </a:ext>
            </a:extLst>
          </p:cNvPr>
          <p:cNvSpPr txBox="1"/>
          <p:nvPr userDrawn="1"/>
        </p:nvSpPr>
        <p:spPr>
          <a:xfrm rot="16200000">
            <a:off x="7658275" y="2356219"/>
            <a:ext cx="6857999" cy="176971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r>
              <a:rPr lang="de-DE" sz="11500">
                <a:solidFill>
                  <a:schemeClr val="bg2"/>
                </a:solidFill>
                <a:latin typeface="Wavetable" pitchFamily="82" charset="0"/>
              </a:rPr>
              <a:t>2024</a:t>
            </a:r>
          </a:p>
        </p:txBody>
      </p:sp>
      <p:sp>
        <p:nvSpPr>
          <p:cNvPr id="4" name="Textplatzhalter 11">
            <a:extLst>
              <a:ext uri="{FF2B5EF4-FFF2-40B4-BE49-F238E27FC236}">
                <a16:creationId xmlns:a16="http://schemas.microsoft.com/office/drawing/2014/main" id="{B028ED59-E02E-9858-E374-07CE0D22764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92132" y="248775"/>
            <a:ext cx="180000" cy="2055872"/>
          </a:xfrm>
        </p:spPr>
        <p:txBody>
          <a:bodyPr vert="vert270" anchor="b" anchorCtr="0"/>
          <a:lstStyle>
            <a:lvl1pPr marL="0" indent="0" algn="r">
              <a:buNone/>
              <a:defRPr cap="all" baseline="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MONTH</a:t>
            </a:r>
          </a:p>
        </p:txBody>
      </p:sp>
    </p:spTree>
    <p:extLst>
      <p:ext uri="{BB962C8B-B14F-4D97-AF65-F5344CB8AC3E}">
        <p14:creationId xmlns:p14="http://schemas.microsoft.com/office/powerpoint/2010/main" val="31280068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hite + small Image + Ye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DCBD2344-5D29-F9B5-C8C8-E41263E945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25" y="3429000"/>
            <a:ext cx="5707064" cy="1720194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000" cap="all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Title</a:t>
            </a:r>
          </a:p>
        </p:txBody>
      </p:sp>
      <p:sp>
        <p:nvSpPr>
          <p:cNvPr id="8" name="Bildplatzhalter 6">
            <a:extLst>
              <a:ext uri="{FF2B5EF4-FFF2-40B4-BE49-F238E27FC236}">
                <a16:creationId xmlns:a16="http://schemas.microsoft.com/office/drawing/2014/main" id="{107D1327-8337-A6D1-25B6-6A03D6559E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17920" y="260350"/>
            <a:ext cx="4124960" cy="6337301"/>
          </a:xfrm>
          <a:prstGeom prst="roundRect">
            <a:avLst>
              <a:gd name="adj" fmla="val 2568"/>
            </a:avLst>
          </a:prstGeom>
          <a:noFill/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Image</a:t>
            </a:r>
          </a:p>
        </p:txBody>
      </p:sp>
      <p:sp>
        <p:nvSpPr>
          <p:cNvPr id="9" name="Textplatzhalter 11">
            <a:extLst>
              <a:ext uri="{FF2B5EF4-FFF2-40B4-BE49-F238E27FC236}">
                <a16:creationId xmlns:a16="http://schemas.microsoft.com/office/drawing/2014/main" id="{ECE4B889-9725-6A70-1F62-F4CAD3DC404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3524" y="6280931"/>
            <a:ext cx="5707063" cy="389145"/>
          </a:xfrm>
        </p:spPr>
        <p:txBody>
          <a:bodyPr vert="horz" wrap="square" anchor="b" anchorCtr="0">
            <a:spAutoFit/>
          </a:bodyPr>
          <a:lstStyle>
            <a:lvl1pPr marL="0" indent="0" algn="l">
              <a:buNone/>
              <a:defRPr sz="23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Client Name</a:t>
            </a:r>
          </a:p>
        </p:txBody>
      </p:sp>
      <p:sp>
        <p:nvSpPr>
          <p:cNvPr id="10" name="Textplatzhalter 11">
            <a:extLst>
              <a:ext uri="{FF2B5EF4-FFF2-40B4-BE49-F238E27FC236}">
                <a16:creationId xmlns:a16="http://schemas.microsoft.com/office/drawing/2014/main" id="{E0BE8840-21FD-4AE7-AF4C-9675622F43D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3524" y="2981761"/>
            <a:ext cx="3708400" cy="219932"/>
          </a:xfrm>
        </p:spPr>
        <p:txBody>
          <a:bodyPr vert="horz" wrap="square" anchor="b" anchorCtr="0">
            <a:spAutoFit/>
          </a:bodyPr>
          <a:lstStyle>
            <a:lvl1pPr marL="0" indent="0" algn="l">
              <a:buNone/>
              <a:defRPr sz="13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6042A04E-6948-AA64-48D2-8DFB9EBCAD07}"/>
              </a:ext>
            </a:extLst>
          </p:cNvPr>
          <p:cNvSpPr txBox="1"/>
          <p:nvPr userDrawn="1"/>
        </p:nvSpPr>
        <p:spPr>
          <a:xfrm rot="16200000">
            <a:off x="7658275" y="2356219"/>
            <a:ext cx="6857999" cy="176971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r>
              <a:rPr lang="de-DE" sz="11500">
                <a:solidFill>
                  <a:schemeClr val="tx1"/>
                </a:solidFill>
                <a:latin typeface="Wavetable" pitchFamily="82" charset="0"/>
              </a:rPr>
              <a:t>2024</a:t>
            </a:r>
          </a:p>
        </p:txBody>
      </p:sp>
      <p:sp>
        <p:nvSpPr>
          <p:cNvPr id="4" name="Textplatzhalter 11">
            <a:extLst>
              <a:ext uri="{FF2B5EF4-FFF2-40B4-BE49-F238E27FC236}">
                <a16:creationId xmlns:a16="http://schemas.microsoft.com/office/drawing/2014/main" id="{B028ED59-E02E-9858-E374-07CE0D22764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92132" y="248775"/>
            <a:ext cx="180000" cy="2055872"/>
          </a:xfrm>
        </p:spPr>
        <p:txBody>
          <a:bodyPr vert="vert270" anchor="b" anchorCtr="0"/>
          <a:lstStyle>
            <a:lvl1pPr marL="0" indent="0" algn="r">
              <a:buNone/>
              <a:defRPr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MONTH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3BCC987-2053-2979-EC19-56EF843CAE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-27502" y="-30480"/>
            <a:ext cx="3132000" cy="1137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3297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669F34-5BBB-6887-15D0-5E78186B26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24" y="2316222"/>
            <a:ext cx="11664949" cy="2386800"/>
          </a:xfrm>
        </p:spPr>
        <p:txBody>
          <a:bodyPr anchor="ctr" anchorCtr="0"/>
          <a:lstStyle>
            <a:lvl1pPr algn="l">
              <a:lnSpc>
                <a:spcPct val="80000"/>
              </a:lnSpc>
              <a:defRPr sz="6000" cap="all" baseline="0"/>
            </a:lvl1pPr>
          </a:lstStyle>
          <a:p>
            <a:r>
              <a:rPr lang="de-DE"/>
              <a:t>A Super title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presentation</a:t>
            </a:r>
            <a:r>
              <a:rPr lang="de-DE"/>
              <a:t> </a:t>
            </a:r>
            <a:r>
              <a:rPr lang="de-DE" err="1"/>
              <a:t>starts</a:t>
            </a:r>
            <a:r>
              <a:rPr lang="de-DE"/>
              <a:t> </a:t>
            </a:r>
            <a:r>
              <a:rPr lang="de-DE" err="1"/>
              <a:t>here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774A0D-5EE7-A99B-CE9B-858AB7852E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199685" y="212575"/>
            <a:ext cx="1728788" cy="180000"/>
          </a:xfrm>
        </p:spPr>
        <p:txBody>
          <a:bodyPr anchor="t" anchorCtr="0"/>
          <a:lstStyle>
            <a:lvl1pPr algn="r">
              <a:defRPr sz="1300" cap="all" baseline="0">
                <a:solidFill>
                  <a:schemeClr val="bg2"/>
                </a:solidFill>
              </a:defRPr>
            </a:lvl1pPr>
          </a:lstStyle>
          <a:p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AA3808B-CE97-68E2-C910-EEE7EE0213E9}"/>
              </a:ext>
            </a:extLst>
          </p:cNvPr>
          <p:cNvSpPr txBox="1"/>
          <p:nvPr userDrawn="1"/>
        </p:nvSpPr>
        <p:spPr>
          <a:xfrm>
            <a:off x="263526" y="232541"/>
            <a:ext cx="1728788" cy="180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de-DE" sz="1300">
                <a:solidFill>
                  <a:schemeClr val="bg2"/>
                </a:solidFill>
              </a:rPr>
              <a:t>CONFIDENTIAL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11A66E65-22A4-472A-AF5C-D7272E0550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502" y="5771058"/>
            <a:ext cx="3132000" cy="1137983"/>
          </a:xfrm>
          <a:prstGeom prst="rect">
            <a:avLst/>
          </a:prstGeom>
        </p:spPr>
      </p:pic>
      <p:sp>
        <p:nvSpPr>
          <p:cNvPr id="6" name="Bildplatzhalter 3">
            <a:extLst>
              <a:ext uri="{FF2B5EF4-FFF2-40B4-BE49-F238E27FC236}">
                <a16:creationId xmlns:a16="http://schemas.microsoft.com/office/drawing/2014/main" id="{8666E00E-2CC1-A744-5616-1E9A73178D8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199688" y="6221476"/>
            <a:ext cx="1728788" cy="376173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7" name="Bildplatzhalter 3">
            <a:extLst>
              <a:ext uri="{FF2B5EF4-FFF2-40B4-BE49-F238E27FC236}">
                <a16:creationId xmlns:a16="http://schemas.microsoft.com/office/drawing/2014/main" id="{46AC5F61-736E-5DA3-E51E-E581D18F3B3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0075" y="6221476"/>
            <a:ext cx="1728788" cy="376173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8" name="Textplatzhalter 11">
            <a:extLst>
              <a:ext uri="{FF2B5EF4-FFF2-40B4-BE49-F238E27FC236}">
                <a16:creationId xmlns:a16="http://schemas.microsoft.com/office/drawing/2014/main" id="{F79E5A1B-379E-2049-CBE4-E1C84BFFCBF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224338" y="212575"/>
            <a:ext cx="3708400" cy="219932"/>
          </a:xfrm>
        </p:spPr>
        <p:txBody>
          <a:bodyPr vert="horz" wrap="square" anchor="t" anchorCtr="0">
            <a:noAutofit/>
          </a:bodyPr>
          <a:lstStyle>
            <a:lvl1pPr marL="0" indent="0" algn="l">
              <a:buNone/>
              <a:defRPr sz="1300" cap="all" baseline="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8741911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669F34-5BBB-6887-15D0-5E78186B26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24" y="2316222"/>
            <a:ext cx="11664949" cy="2386800"/>
          </a:xfrm>
        </p:spPr>
        <p:txBody>
          <a:bodyPr anchor="ctr" anchorCtr="0"/>
          <a:lstStyle>
            <a:lvl1pPr algn="l">
              <a:lnSpc>
                <a:spcPct val="80000"/>
              </a:lnSpc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A Super title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presentation</a:t>
            </a:r>
            <a:r>
              <a:rPr lang="de-DE"/>
              <a:t> </a:t>
            </a:r>
            <a:r>
              <a:rPr lang="de-DE" err="1"/>
              <a:t>starts</a:t>
            </a:r>
            <a:r>
              <a:rPr lang="de-DE"/>
              <a:t> </a:t>
            </a:r>
            <a:r>
              <a:rPr lang="de-DE" err="1"/>
              <a:t>here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774A0D-5EE7-A99B-CE9B-858AB7852E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199685" y="212575"/>
            <a:ext cx="1728788" cy="180000"/>
          </a:xfrm>
        </p:spPr>
        <p:txBody>
          <a:bodyPr anchor="t" anchorCtr="0"/>
          <a:lstStyle>
            <a:lvl1pPr algn="r">
              <a:defRPr sz="1300" cap="all" baseline="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AA3808B-CE97-68E2-C910-EEE7EE0213E9}"/>
              </a:ext>
            </a:extLst>
          </p:cNvPr>
          <p:cNvSpPr txBox="1"/>
          <p:nvPr userDrawn="1"/>
        </p:nvSpPr>
        <p:spPr>
          <a:xfrm>
            <a:off x="263526" y="232541"/>
            <a:ext cx="1728788" cy="180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de-DE" sz="1300">
                <a:solidFill>
                  <a:schemeClr val="tx1"/>
                </a:solidFill>
              </a:rPr>
              <a:t>CONFIDENTIAL</a:t>
            </a:r>
          </a:p>
        </p:txBody>
      </p:sp>
      <p:sp>
        <p:nvSpPr>
          <p:cNvPr id="6" name="Bildplatzhalter 3">
            <a:extLst>
              <a:ext uri="{FF2B5EF4-FFF2-40B4-BE49-F238E27FC236}">
                <a16:creationId xmlns:a16="http://schemas.microsoft.com/office/drawing/2014/main" id="{8666E00E-2CC1-A744-5616-1E9A73178D8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199688" y="6221476"/>
            <a:ext cx="1728788" cy="376173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7" name="Bildplatzhalter 3">
            <a:extLst>
              <a:ext uri="{FF2B5EF4-FFF2-40B4-BE49-F238E27FC236}">
                <a16:creationId xmlns:a16="http://schemas.microsoft.com/office/drawing/2014/main" id="{46AC5F61-736E-5DA3-E51E-E581D18F3B3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0075" y="6221476"/>
            <a:ext cx="1728788" cy="376173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8" name="Textplatzhalter 11">
            <a:extLst>
              <a:ext uri="{FF2B5EF4-FFF2-40B4-BE49-F238E27FC236}">
                <a16:creationId xmlns:a16="http://schemas.microsoft.com/office/drawing/2014/main" id="{F79E5A1B-379E-2049-CBE4-E1C84BFFCBF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224338" y="212575"/>
            <a:ext cx="3708400" cy="219932"/>
          </a:xfrm>
        </p:spPr>
        <p:txBody>
          <a:bodyPr vert="horz" wrap="square" anchor="t" anchorCtr="0">
            <a:noAutofit/>
          </a:bodyPr>
          <a:lstStyle>
            <a:lvl1pPr marL="0" indent="0" algn="l">
              <a:buNone/>
              <a:defRPr sz="13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59569EC-7414-D950-D7DD-5BB688AF0E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-27502" y="5771059"/>
            <a:ext cx="3132000" cy="1137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0259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smal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669F34-5BBB-6887-15D0-5E78186B26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25" y="256901"/>
            <a:ext cx="5707064" cy="400324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1300" cap="all" baseline="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hEADLINE</a:t>
            </a:r>
            <a:endParaRPr lang="de-DE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11A66E65-22A4-472A-AF5C-D7272E0550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24084" y="135597"/>
            <a:ext cx="1332000" cy="483976"/>
          </a:xfrm>
          <a:prstGeom prst="rect">
            <a:avLst/>
          </a:prstGeom>
        </p:spPr>
      </p:pic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C99FB018-C54D-3FF8-67A7-ED01F3FB7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26486" y="6445624"/>
            <a:ext cx="3741177" cy="180000"/>
          </a:xfrm>
        </p:spPr>
        <p:txBody>
          <a:bodyPr/>
          <a:lstStyle/>
          <a:p>
            <a:endParaRPr lang="de-DE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4636D14B-F02D-593B-E68C-BF582E188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1835" y="6445624"/>
            <a:ext cx="1726639" cy="180000"/>
          </a:xfrm>
        </p:spPr>
        <p:txBody>
          <a:bodyPr/>
          <a:lstStyle/>
          <a:p>
            <a:fld id="{CD4E02FD-C3A1-7C44-8124-2051456A821D}" type="slidenum">
              <a:rPr lang="de-DE" smtClean="0"/>
              <a:t>‹Nr.›</a:t>
            </a:fld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1CEFA8F-BE9C-E438-0D27-12849FFF273A}"/>
              </a:ext>
            </a:extLst>
          </p:cNvPr>
          <p:cNvSpPr txBox="1"/>
          <p:nvPr userDrawn="1"/>
        </p:nvSpPr>
        <p:spPr>
          <a:xfrm>
            <a:off x="263526" y="6445624"/>
            <a:ext cx="1728788" cy="18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5" name="Textplatzhalter 11">
            <a:extLst>
              <a:ext uri="{FF2B5EF4-FFF2-40B4-BE49-F238E27FC236}">
                <a16:creationId xmlns:a16="http://schemas.microsoft.com/office/drawing/2014/main" id="{6EF7E2EE-69AD-FC21-18C8-BEFB15D648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55839" y="2364391"/>
            <a:ext cx="7693023" cy="346249"/>
          </a:xfrm>
        </p:spPr>
        <p:txBody>
          <a:bodyPr vert="horz" wrap="square" anchor="b" anchorCtr="0">
            <a:spAutoFit/>
          </a:bodyPr>
          <a:lstStyle>
            <a:lvl1pPr marL="0" indent="0" algn="l">
              <a:buNone/>
              <a:defRPr sz="25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Headline</a:t>
            </a:r>
          </a:p>
        </p:txBody>
      </p:sp>
      <p:sp>
        <p:nvSpPr>
          <p:cNvPr id="16" name="Textplatzhalter 11">
            <a:extLst>
              <a:ext uri="{FF2B5EF4-FFF2-40B4-BE49-F238E27FC236}">
                <a16:creationId xmlns:a16="http://schemas.microsoft.com/office/drawing/2014/main" id="{A324DCE6-A014-A4DA-FF61-4A51CF4E88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526" y="2137480"/>
            <a:ext cx="1728788" cy="692497"/>
          </a:xfrm>
        </p:spPr>
        <p:txBody>
          <a:bodyPr vert="horz" wrap="square" anchor="b" anchorCtr="0">
            <a:spAutoFit/>
          </a:bodyPr>
          <a:lstStyle>
            <a:lvl1pPr marL="0" indent="0" algn="l">
              <a:buNone/>
              <a:defRPr sz="5000" cap="all" baseline="0">
                <a:solidFill>
                  <a:schemeClr val="bg2"/>
                </a:solidFill>
                <a:latin typeface="Wavetable" pitchFamily="8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XX</a:t>
            </a:r>
          </a:p>
        </p:txBody>
      </p:sp>
      <p:cxnSp>
        <p:nvCxnSpPr>
          <p:cNvPr id="18" name="Gerade Verbindung 17">
            <a:extLst>
              <a:ext uri="{FF2B5EF4-FFF2-40B4-BE49-F238E27FC236}">
                <a16:creationId xmlns:a16="http://schemas.microsoft.com/office/drawing/2014/main" id="{B47758B8-861C-8143-F77E-7D9B3CAABCD0}"/>
              </a:ext>
            </a:extLst>
          </p:cNvPr>
          <p:cNvCxnSpPr/>
          <p:nvPr userDrawn="1"/>
        </p:nvCxnSpPr>
        <p:spPr>
          <a:xfrm>
            <a:off x="263525" y="2973839"/>
            <a:ext cx="1166495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platzhalter 11">
            <a:extLst>
              <a:ext uri="{FF2B5EF4-FFF2-40B4-BE49-F238E27FC236}">
                <a16:creationId xmlns:a16="http://schemas.microsoft.com/office/drawing/2014/main" id="{140FB88F-3057-B736-36AF-2EDDB89CCA4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55839" y="3413261"/>
            <a:ext cx="7693023" cy="346249"/>
          </a:xfrm>
        </p:spPr>
        <p:txBody>
          <a:bodyPr vert="horz" wrap="square" anchor="b" anchorCtr="0">
            <a:spAutoFit/>
          </a:bodyPr>
          <a:lstStyle>
            <a:lvl1pPr marL="0" indent="0" algn="l">
              <a:buNone/>
              <a:defRPr sz="25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Headline</a:t>
            </a:r>
          </a:p>
        </p:txBody>
      </p:sp>
      <p:sp>
        <p:nvSpPr>
          <p:cNvPr id="23" name="Textplatzhalter 11">
            <a:extLst>
              <a:ext uri="{FF2B5EF4-FFF2-40B4-BE49-F238E27FC236}">
                <a16:creationId xmlns:a16="http://schemas.microsoft.com/office/drawing/2014/main" id="{810C7D86-7B70-0C0F-F52E-A658A521A9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3526" y="3186350"/>
            <a:ext cx="1728788" cy="692497"/>
          </a:xfrm>
        </p:spPr>
        <p:txBody>
          <a:bodyPr vert="horz" wrap="square" anchor="b" anchorCtr="0">
            <a:spAutoFit/>
          </a:bodyPr>
          <a:lstStyle>
            <a:lvl1pPr marL="0" indent="0" algn="l">
              <a:buNone/>
              <a:defRPr sz="5000" cap="all" baseline="0">
                <a:solidFill>
                  <a:schemeClr val="bg2"/>
                </a:solidFill>
                <a:latin typeface="Wavetable" pitchFamily="8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XX</a:t>
            </a:r>
          </a:p>
        </p:txBody>
      </p:sp>
      <p:cxnSp>
        <p:nvCxnSpPr>
          <p:cNvPr id="24" name="Gerade Verbindung 23">
            <a:extLst>
              <a:ext uri="{FF2B5EF4-FFF2-40B4-BE49-F238E27FC236}">
                <a16:creationId xmlns:a16="http://schemas.microsoft.com/office/drawing/2014/main" id="{E02799E0-389F-1B62-71D9-A2807EC7D59B}"/>
              </a:ext>
            </a:extLst>
          </p:cNvPr>
          <p:cNvCxnSpPr/>
          <p:nvPr userDrawn="1"/>
        </p:nvCxnSpPr>
        <p:spPr>
          <a:xfrm>
            <a:off x="263525" y="4022709"/>
            <a:ext cx="1166495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platzhalter 11">
            <a:extLst>
              <a:ext uri="{FF2B5EF4-FFF2-40B4-BE49-F238E27FC236}">
                <a16:creationId xmlns:a16="http://schemas.microsoft.com/office/drawing/2014/main" id="{7258F549-121C-F91B-D787-CE77162D9B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371300" y="2449873"/>
            <a:ext cx="557174" cy="234000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txBody>
          <a:bodyPr vert="horz" wrap="square" lIns="36000" tIns="0" rIns="36000" anchor="ctr" anchorCtr="0">
            <a:noAutofit/>
          </a:bodyPr>
          <a:lstStyle>
            <a:lvl1pPr marL="182563" indent="-182563" algn="l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tabLst/>
              <a:defRPr sz="13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XX</a:t>
            </a:r>
          </a:p>
        </p:txBody>
      </p:sp>
      <p:sp>
        <p:nvSpPr>
          <p:cNvPr id="29" name="Textplatzhalter 11">
            <a:extLst>
              <a:ext uri="{FF2B5EF4-FFF2-40B4-BE49-F238E27FC236}">
                <a16:creationId xmlns:a16="http://schemas.microsoft.com/office/drawing/2014/main" id="{08AC7F1F-F19D-5798-4BE3-75BFDB4D3D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371300" y="3499740"/>
            <a:ext cx="557174" cy="234000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txBody>
          <a:bodyPr vert="horz" wrap="square" lIns="36000" tIns="0" rIns="36000" anchor="ctr" anchorCtr="0">
            <a:noAutofit/>
          </a:bodyPr>
          <a:lstStyle>
            <a:lvl1pPr marL="182563" indent="-182563" algn="l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tabLst/>
              <a:defRPr sz="13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XX</a:t>
            </a:r>
          </a:p>
        </p:txBody>
      </p:sp>
      <p:sp>
        <p:nvSpPr>
          <p:cNvPr id="39" name="Textplatzhalter 11">
            <a:extLst>
              <a:ext uri="{FF2B5EF4-FFF2-40B4-BE49-F238E27FC236}">
                <a16:creationId xmlns:a16="http://schemas.microsoft.com/office/drawing/2014/main" id="{5CDE12E5-DDE0-DB4F-8126-9F7365F432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55839" y="4462131"/>
            <a:ext cx="7693023" cy="346249"/>
          </a:xfrm>
        </p:spPr>
        <p:txBody>
          <a:bodyPr vert="horz" wrap="square" anchor="b" anchorCtr="0">
            <a:spAutoFit/>
          </a:bodyPr>
          <a:lstStyle>
            <a:lvl1pPr marL="0" indent="0" algn="l">
              <a:buNone/>
              <a:defRPr sz="25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Headline</a:t>
            </a:r>
          </a:p>
        </p:txBody>
      </p:sp>
      <p:sp>
        <p:nvSpPr>
          <p:cNvPr id="40" name="Textplatzhalter 11">
            <a:extLst>
              <a:ext uri="{FF2B5EF4-FFF2-40B4-BE49-F238E27FC236}">
                <a16:creationId xmlns:a16="http://schemas.microsoft.com/office/drawing/2014/main" id="{C148A045-5142-0EBC-8B73-C685199CF1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63526" y="4235220"/>
            <a:ext cx="1728788" cy="692497"/>
          </a:xfrm>
        </p:spPr>
        <p:txBody>
          <a:bodyPr vert="horz" wrap="square" anchor="b" anchorCtr="0">
            <a:spAutoFit/>
          </a:bodyPr>
          <a:lstStyle>
            <a:lvl1pPr marL="0" indent="0" algn="l">
              <a:buNone/>
              <a:defRPr sz="5000" cap="all" baseline="0">
                <a:solidFill>
                  <a:schemeClr val="bg2"/>
                </a:solidFill>
                <a:latin typeface="Wavetable" pitchFamily="8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XX</a:t>
            </a:r>
          </a:p>
        </p:txBody>
      </p:sp>
      <p:cxnSp>
        <p:nvCxnSpPr>
          <p:cNvPr id="41" name="Gerade Verbindung 40">
            <a:extLst>
              <a:ext uri="{FF2B5EF4-FFF2-40B4-BE49-F238E27FC236}">
                <a16:creationId xmlns:a16="http://schemas.microsoft.com/office/drawing/2014/main" id="{16FFC5D1-B54C-EDFC-3B7C-FB5B6DC0CBAA}"/>
              </a:ext>
            </a:extLst>
          </p:cNvPr>
          <p:cNvCxnSpPr/>
          <p:nvPr userDrawn="1"/>
        </p:nvCxnSpPr>
        <p:spPr>
          <a:xfrm>
            <a:off x="263525" y="5071579"/>
            <a:ext cx="1166495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platzhalter 11">
            <a:extLst>
              <a:ext uri="{FF2B5EF4-FFF2-40B4-BE49-F238E27FC236}">
                <a16:creationId xmlns:a16="http://schemas.microsoft.com/office/drawing/2014/main" id="{6CEAF8AC-FE71-55B7-72F2-99ABE07445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371300" y="4548610"/>
            <a:ext cx="557174" cy="234000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txBody>
          <a:bodyPr vert="horz" wrap="square" lIns="36000" tIns="0" rIns="36000" anchor="ctr" anchorCtr="0">
            <a:noAutofit/>
          </a:bodyPr>
          <a:lstStyle>
            <a:lvl1pPr marL="182563" indent="-182563" algn="l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tabLst/>
              <a:defRPr sz="13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4124458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midd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669F34-5BBB-6887-15D0-5E78186B26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25" y="256901"/>
            <a:ext cx="5707064" cy="400324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1300" cap="all" baseline="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hEADLINE</a:t>
            </a:r>
            <a:endParaRPr lang="de-DE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11A66E65-22A4-472A-AF5C-D7272E0550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24084" y="135597"/>
            <a:ext cx="1332000" cy="483976"/>
          </a:xfrm>
          <a:prstGeom prst="rect">
            <a:avLst/>
          </a:prstGeom>
        </p:spPr>
      </p:pic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C99FB018-C54D-3FF8-67A7-ED01F3FB7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26486" y="6445624"/>
            <a:ext cx="3741177" cy="180000"/>
          </a:xfrm>
        </p:spPr>
        <p:txBody>
          <a:bodyPr/>
          <a:lstStyle/>
          <a:p>
            <a:endParaRPr lang="de-DE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4636D14B-F02D-593B-E68C-BF582E188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1835" y="6445624"/>
            <a:ext cx="1726639" cy="180000"/>
          </a:xfrm>
        </p:spPr>
        <p:txBody>
          <a:bodyPr/>
          <a:lstStyle/>
          <a:p>
            <a:fld id="{CD4E02FD-C3A1-7C44-8124-2051456A821D}" type="slidenum">
              <a:rPr lang="de-DE" smtClean="0"/>
              <a:t>‹Nr.›</a:t>
            </a:fld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1CEFA8F-BE9C-E438-0D27-12849FFF273A}"/>
              </a:ext>
            </a:extLst>
          </p:cNvPr>
          <p:cNvSpPr txBox="1"/>
          <p:nvPr userDrawn="1"/>
        </p:nvSpPr>
        <p:spPr>
          <a:xfrm>
            <a:off x="263526" y="6445624"/>
            <a:ext cx="1728788" cy="18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5" name="Textplatzhalter 11">
            <a:extLst>
              <a:ext uri="{FF2B5EF4-FFF2-40B4-BE49-F238E27FC236}">
                <a16:creationId xmlns:a16="http://schemas.microsoft.com/office/drawing/2014/main" id="{6EF7E2EE-69AD-FC21-18C8-BEFB15D648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61820" y="2364391"/>
            <a:ext cx="2928902" cy="346249"/>
          </a:xfrm>
        </p:spPr>
        <p:txBody>
          <a:bodyPr vert="horz" wrap="square" anchor="b" anchorCtr="0">
            <a:spAutoFit/>
          </a:bodyPr>
          <a:lstStyle>
            <a:lvl1pPr marL="0" indent="0" algn="l">
              <a:buNone/>
              <a:defRPr sz="25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Headline</a:t>
            </a:r>
          </a:p>
        </p:txBody>
      </p:sp>
      <p:sp>
        <p:nvSpPr>
          <p:cNvPr id="16" name="Textplatzhalter 11">
            <a:extLst>
              <a:ext uri="{FF2B5EF4-FFF2-40B4-BE49-F238E27FC236}">
                <a16:creationId xmlns:a16="http://schemas.microsoft.com/office/drawing/2014/main" id="{A324DCE6-A014-A4DA-FF61-4A51CF4E88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9506" y="2137480"/>
            <a:ext cx="1728788" cy="692497"/>
          </a:xfrm>
        </p:spPr>
        <p:txBody>
          <a:bodyPr vert="horz" wrap="square" anchor="b" anchorCtr="0">
            <a:spAutoFit/>
          </a:bodyPr>
          <a:lstStyle>
            <a:lvl1pPr marL="0" indent="0" algn="l">
              <a:buNone/>
              <a:defRPr sz="5000" cap="all" baseline="0">
                <a:solidFill>
                  <a:schemeClr val="bg2"/>
                </a:solidFill>
                <a:latin typeface="Wavetable" pitchFamily="8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XX</a:t>
            </a:r>
          </a:p>
        </p:txBody>
      </p:sp>
      <p:sp>
        <p:nvSpPr>
          <p:cNvPr id="22" name="Textplatzhalter 11">
            <a:extLst>
              <a:ext uri="{FF2B5EF4-FFF2-40B4-BE49-F238E27FC236}">
                <a16:creationId xmlns:a16="http://schemas.microsoft.com/office/drawing/2014/main" id="{140FB88F-3057-B736-36AF-2EDDB89CCA4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61820" y="3413261"/>
            <a:ext cx="2928902" cy="346249"/>
          </a:xfrm>
        </p:spPr>
        <p:txBody>
          <a:bodyPr vert="horz" wrap="square" anchor="b" anchorCtr="0">
            <a:spAutoFit/>
          </a:bodyPr>
          <a:lstStyle>
            <a:lvl1pPr marL="0" indent="0" algn="l">
              <a:buNone/>
              <a:defRPr sz="25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Headline</a:t>
            </a:r>
          </a:p>
        </p:txBody>
      </p:sp>
      <p:sp>
        <p:nvSpPr>
          <p:cNvPr id="23" name="Textplatzhalter 11">
            <a:extLst>
              <a:ext uri="{FF2B5EF4-FFF2-40B4-BE49-F238E27FC236}">
                <a16:creationId xmlns:a16="http://schemas.microsoft.com/office/drawing/2014/main" id="{810C7D86-7B70-0C0F-F52E-A658A521A9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9506" y="3186350"/>
            <a:ext cx="1728788" cy="692497"/>
          </a:xfrm>
        </p:spPr>
        <p:txBody>
          <a:bodyPr vert="horz" wrap="square" anchor="b" anchorCtr="0">
            <a:spAutoFit/>
          </a:bodyPr>
          <a:lstStyle>
            <a:lvl1pPr marL="0" indent="0" algn="l">
              <a:buNone/>
              <a:defRPr sz="5000" cap="all" baseline="0">
                <a:solidFill>
                  <a:schemeClr val="bg2"/>
                </a:solidFill>
                <a:latin typeface="Wavetable" pitchFamily="8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XX</a:t>
            </a:r>
          </a:p>
        </p:txBody>
      </p:sp>
      <p:sp>
        <p:nvSpPr>
          <p:cNvPr id="25" name="Textplatzhalter 11">
            <a:extLst>
              <a:ext uri="{FF2B5EF4-FFF2-40B4-BE49-F238E27FC236}">
                <a16:creationId xmlns:a16="http://schemas.microsoft.com/office/drawing/2014/main" id="{7258F549-121C-F91B-D787-CE77162D9B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81280" y="2449873"/>
            <a:ext cx="557174" cy="233990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txBody>
          <a:bodyPr vert="horz" wrap="square" lIns="36000" tIns="0" rIns="36000" anchor="ctr" anchorCtr="0">
            <a:noAutofit/>
          </a:bodyPr>
          <a:lstStyle>
            <a:lvl1pPr marL="182563" indent="-182563" algn="l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tabLst/>
              <a:defRPr sz="13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XX</a:t>
            </a:r>
          </a:p>
        </p:txBody>
      </p:sp>
      <p:sp>
        <p:nvSpPr>
          <p:cNvPr id="29" name="Textplatzhalter 11">
            <a:extLst>
              <a:ext uri="{FF2B5EF4-FFF2-40B4-BE49-F238E27FC236}">
                <a16:creationId xmlns:a16="http://schemas.microsoft.com/office/drawing/2014/main" id="{08AC7F1F-F19D-5798-4BE3-75BFDB4D3D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81280" y="3499740"/>
            <a:ext cx="557174" cy="233990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txBody>
          <a:bodyPr vert="horz" wrap="square" lIns="36000" tIns="0" rIns="36000" anchor="ctr" anchorCtr="0">
            <a:noAutofit/>
          </a:bodyPr>
          <a:lstStyle>
            <a:lvl1pPr marL="182563" indent="-182563" algn="l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tabLst/>
              <a:defRPr sz="13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XX</a:t>
            </a:r>
          </a:p>
        </p:txBody>
      </p:sp>
      <p:sp>
        <p:nvSpPr>
          <p:cNvPr id="39" name="Textplatzhalter 11">
            <a:extLst>
              <a:ext uri="{FF2B5EF4-FFF2-40B4-BE49-F238E27FC236}">
                <a16:creationId xmlns:a16="http://schemas.microsoft.com/office/drawing/2014/main" id="{5CDE12E5-DDE0-DB4F-8126-9F7365F432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1820" y="4462131"/>
            <a:ext cx="2928902" cy="346249"/>
          </a:xfrm>
        </p:spPr>
        <p:txBody>
          <a:bodyPr vert="horz" wrap="square" anchor="b" anchorCtr="0">
            <a:spAutoFit/>
          </a:bodyPr>
          <a:lstStyle>
            <a:lvl1pPr marL="0" indent="0" algn="l">
              <a:buNone/>
              <a:defRPr sz="25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Headline</a:t>
            </a:r>
          </a:p>
        </p:txBody>
      </p:sp>
      <p:sp>
        <p:nvSpPr>
          <p:cNvPr id="40" name="Textplatzhalter 11">
            <a:extLst>
              <a:ext uri="{FF2B5EF4-FFF2-40B4-BE49-F238E27FC236}">
                <a16:creationId xmlns:a16="http://schemas.microsoft.com/office/drawing/2014/main" id="{C148A045-5142-0EBC-8B73-C685199CF1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69506" y="4235220"/>
            <a:ext cx="1728788" cy="692497"/>
          </a:xfrm>
        </p:spPr>
        <p:txBody>
          <a:bodyPr vert="horz" wrap="square" anchor="b" anchorCtr="0">
            <a:spAutoFit/>
          </a:bodyPr>
          <a:lstStyle>
            <a:lvl1pPr marL="0" indent="0" algn="l">
              <a:buNone/>
              <a:defRPr sz="5000" cap="all" baseline="0">
                <a:solidFill>
                  <a:schemeClr val="bg2"/>
                </a:solidFill>
                <a:latin typeface="Wavetable" pitchFamily="8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XX</a:t>
            </a:r>
          </a:p>
        </p:txBody>
      </p:sp>
      <p:sp>
        <p:nvSpPr>
          <p:cNvPr id="42" name="Textplatzhalter 11">
            <a:extLst>
              <a:ext uri="{FF2B5EF4-FFF2-40B4-BE49-F238E27FC236}">
                <a16:creationId xmlns:a16="http://schemas.microsoft.com/office/drawing/2014/main" id="{6CEAF8AC-FE71-55B7-72F2-99ABE07445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81280" y="4548610"/>
            <a:ext cx="557174" cy="233990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txBody>
          <a:bodyPr vert="horz" wrap="square" lIns="36000" tIns="0" rIns="36000" anchor="ctr" anchorCtr="0">
            <a:noAutofit/>
          </a:bodyPr>
          <a:lstStyle>
            <a:lvl1pPr marL="182563" indent="-182563" algn="l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tabLst/>
              <a:defRPr sz="13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XX</a:t>
            </a:r>
          </a:p>
        </p:txBody>
      </p:sp>
      <p:cxnSp>
        <p:nvCxnSpPr>
          <p:cNvPr id="18" name="Gerade Verbindung 17">
            <a:extLst>
              <a:ext uri="{FF2B5EF4-FFF2-40B4-BE49-F238E27FC236}">
                <a16:creationId xmlns:a16="http://schemas.microsoft.com/office/drawing/2014/main" id="{B47758B8-861C-8143-F77E-7D9B3CAABCD0}"/>
              </a:ext>
            </a:extLst>
          </p:cNvPr>
          <p:cNvCxnSpPr>
            <a:cxnSpLocks/>
          </p:cNvCxnSpPr>
          <p:nvPr userDrawn="1"/>
        </p:nvCxnSpPr>
        <p:spPr>
          <a:xfrm>
            <a:off x="269505" y="2983266"/>
            <a:ext cx="558164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23">
            <a:extLst>
              <a:ext uri="{FF2B5EF4-FFF2-40B4-BE49-F238E27FC236}">
                <a16:creationId xmlns:a16="http://schemas.microsoft.com/office/drawing/2014/main" id="{E02799E0-389F-1B62-71D9-A2807EC7D59B}"/>
              </a:ext>
            </a:extLst>
          </p:cNvPr>
          <p:cNvCxnSpPr>
            <a:cxnSpLocks/>
          </p:cNvCxnSpPr>
          <p:nvPr userDrawn="1"/>
        </p:nvCxnSpPr>
        <p:spPr>
          <a:xfrm>
            <a:off x="269505" y="4032135"/>
            <a:ext cx="558164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40">
            <a:extLst>
              <a:ext uri="{FF2B5EF4-FFF2-40B4-BE49-F238E27FC236}">
                <a16:creationId xmlns:a16="http://schemas.microsoft.com/office/drawing/2014/main" id="{16FFC5D1-B54C-EDFC-3B7C-FB5B6DC0CBAA}"/>
              </a:ext>
            </a:extLst>
          </p:cNvPr>
          <p:cNvCxnSpPr>
            <a:cxnSpLocks/>
          </p:cNvCxnSpPr>
          <p:nvPr userDrawn="1"/>
        </p:nvCxnSpPr>
        <p:spPr>
          <a:xfrm>
            <a:off x="269505" y="5071579"/>
            <a:ext cx="558164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platzhalter 11">
            <a:extLst>
              <a:ext uri="{FF2B5EF4-FFF2-40B4-BE49-F238E27FC236}">
                <a16:creationId xmlns:a16="http://schemas.microsoft.com/office/drawing/2014/main" id="{6E788044-A07F-0091-3A5F-611AD02A6F6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51841" y="2364391"/>
            <a:ext cx="2928902" cy="346249"/>
          </a:xfrm>
        </p:spPr>
        <p:txBody>
          <a:bodyPr vert="horz" wrap="square" anchor="b" anchorCtr="0">
            <a:spAutoFit/>
          </a:bodyPr>
          <a:lstStyle>
            <a:lvl1pPr marL="0" indent="0" algn="l">
              <a:buNone/>
              <a:defRPr sz="25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Headline</a:t>
            </a:r>
          </a:p>
        </p:txBody>
      </p:sp>
      <p:sp>
        <p:nvSpPr>
          <p:cNvPr id="48" name="Textplatzhalter 11">
            <a:extLst>
              <a:ext uri="{FF2B5EF4-FFF2-40B4-BE49-F238E27FC236}">
                <a16:creationId xmlns:a16="http://schemas.microsoft.com/office/drawing/2014/main" id="{A5659B1A-6A47-9BB2-DE07-C8026486815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59527" y="2137480"/>
            <a:ext cx="1728788" cy="692497"/>
          </a:xfrm>
        </p:spPr>
        <p:txBody>
          <a:bodyPr vert="horz" wrap="square" anchor="b" anchorCtr="0">
            <a:spAutoFit/>
          </a:bodyPr>
          <a:lstStyle>
            <a:lvl1pPr marL="0" indent="0" algn="l">
              <a:buNone/>
              <a:defRPr sz="5000" cap="all" baseline="0">
                <a:solidFill>
                  <a:schemeClr val="bg2"/>
                </a:solidFill>
                <a:latin typeface="Wavetable" pitchFamily="8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XX</a:t>
            </a:r>
          </a:p>
        </p:txBody>
      </p:sp>
      <p:sp>
        <p:nvSpPr>
          <p:cNvPr id="49" name="Textplatzhalter 11">
            <a:extLst>
              <a:ext uri="{FF2B5EF4-FFF2-40B4-BE49-F238E27FC236}">
                <a16:creationId xmlns:a16="http://schemas.microsoft.com/office/drawing/2014/main" id="{8F585724-6AEA-967A-4F27-611F3AFF9B0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51841" y="3413261"/>
            <a:ext cx="2928902" cy="346249"/>
          </a:xfrm>
        </p:spPr>
        <p:txBody>
          <a:bodyPr vert="horz" wrap="square" anchor="b" anchorCtr="0">
            <a:spAutoFit/>
          </a:bodyPr>
          <a:lstStyle>
            <a:lvl1pPr marL="0" indent="0" algn="l">
              <a:buNone/>
              <a:defRPr sz="25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Headline</a:t>
            </a:r>
          </a:p>
        </p:txBody>
      </p:sp>
      <p:sp>
        <p:nvSpPr>
          <p:cNvPr id="50" name="Textplatzhalter 11">
            <a:extLst>
              <a:ext uri="{FF2B5EF4-FFF2-40B4-BE49-F238E27FC236}">
                <a16:creationId xmlns:a16="http://schemas.microsoft.com/office/drawing/2014/main" id="{F01088EC-F128-A2E5-9EE1-F2A8AD9F311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59527" y="3186350"/>
            <a:ext cx="1728788" cy="692497"/>
          </a:xfrm>
        </p:spPr>
        <p:txBody>
          <a:bodyPr vert="horz" wrap="square" anchor="b" anchorCtr="0">
            <a:spAutoFit/>
          </a:bodyPr>
          <a:lstStyle>
            <a:lvl1pPr marL="0" indent="0" algn="l">
              <a:buNone/>
              <a:defRPr sz="5000" cap="all" baseline="0">
                <a:solidFill>
                  <a:schemeClr val="bg2"/>
                </a:solidFill>
                <a:latin typeface="Wavetable" pitchFamily="8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XX</a:t>
            </a:r>
          </a:p>
        </p:txBody>
      </p:sp>
      <p:sp>
        <p:nvSpPr>
          <p:cNvPr id="51" name="Textplatzhalter 11">
            <a:extLst>
              <a:ext uri="{FF2B5EF4-FFF2-40B4-BE49-F238E27FC236}">
                <a16:creationId xmlns:a16="http://schemas.microsoft.com/office/drawing/2014/main" id="{53190F74-F503-B16D-25A4-91257426D16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371301" y="2449873"/>
            <a:ext cx="557174" cy="233990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txBody>
          <a:bodyPr vert="horz" wrap="square" lIns="36000" tIns="0" rIns="36000" anchor="ctr" anchorCtr="0">
            <a:noAutofit/>
          </a:bodyPr>
          <a:lstStyle>
            <a:lvl1pPr marL="182563" indent="-182563" algn="l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tabLst/>
              <a:defRPr sz="13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XX</a:t>
            </a:r>
          </a:p>
        </p:txBody>
      </p:sp>
      <p:sp>
        <p:nvSpPr>
          <p:cNvPr id="52" name="Textplatzhalter 11">
            <a:extLst>
              <a:ext uri="{FF2B5EF4-FFF2-40B4-BE49-F238E27FC236}">
                <a16:creationId xmlns:a16="http://schemas.microsoft.com/office/drawing/2014/main" id="{3A6D7939-64F9-EEAE-DBB5-5A56BFA4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371301" y="3499740"/>
            <a:ext cx="557174" cy="233990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txBody>
          <a:bodyPr vert="horz" wrap="square" lIns="36000" tIns="0" rIns="36000" anchor="ctr" anchorCtr="0">
            <a:noAutofit/>
          </a:bodyPr>
          <a:lstStyle>
            <a:lvl1pPr marL="182563" indent="-182563" algn="l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tabLst/>
              <a:defRPr sz="13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XX</a:t>
            </a:r>
          </a:p>
        </p:txBody>
      </p:sp>
      <p:sp>
        <p:nvSpPr>
          <p:cNvPr id="53" name="Textplatzhalter 11">
            <a:extLst>
              <a:ext uri="{FF2B5EF4-FFF2-40B4-BE49-F238E27FC236}">
                <a16:creationId xmlns:a16="http://schemas.microsoft.com/office/drawing/2014/main" id="{8CD0DDCD-35B0-8F46-B753-14029390769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351841" y="4462131"/>
            <a:ext cx="2928902" cy="346249"/>
          </a:xfrm>
        </p:spPr>
        <p:txBody>
          <a:bodyPr vert="horz" wrap="square" anchor="b" anchorCtr="0">
            <a:spAutoFit/>
          </a:bodyPr>
          <a:lstStyle>
            <a:lvl1pPr marL="0" indent="0" algn="l">
              <a:buNone/>
              <a:defRPr sz="25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Headline</a:t>
            </a:r>
          </a:p>
        </p:txBody>
      </p:sp>
      <p:sp>
        <p:nvSpPr>
          <p:cNvPr id="54" name="Textplatzhalter 11">
            <a:extLst>
              <a:ext uri="{FF2B5EF4-FFF2-40B4-BE49-F238E27FC236}">
                <a16:creationId xmlns:a16="http://schemas.microsoft.com/office/drawing/2014/main" id="{3D11F0BB-CF9C-B212-0F42-B9C61182A64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9527" y="4235220"/>
            <a:ext cx="1728788" cy="692497"/>
          </a:xfrm>
        </p:spPr>
        <p:txBody>
          <a:bodyPr vert="horz" wrap="square" anchor="b" anchorCtr="0">
            <a:spAutoFit/>
          </a:bodyPr>
          <a:lstStyle>
            <a:lvl1pPr marL="0" indent="0" algn="l">
              <a:buNone/>
              <a:defRPr sz="5000" cap="all" baseline="0">
                <a:solidFill>
                  <a:schemeClr val="bg2"/>
                </a:solidFill>
                <a:latin typeface="Wavetable" pitchFamily="8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XX</a:t>
            </a:r>
          </a:p>
        </p:txBody>
      </p:sp>
      <p:sp>
        <p:nvSpPr>
          <p:cNvPr id="55" name="Textplatzhalter 11">
            <a:extLst>
              <a:ext uri="{FF2B5EF4-FFF2-40B4-BE49-F238E27FC236}">
                <a16:creationId xmlns:a16="http://schemas.microsoft.com/office/drawing/2014/main" id="{678A72EE-949E-399D-002D-580719B996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371301" y="4548610"/>
            <a:ext cx="557174" cy="233990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txBody>
          <a:bodyPr vert="horz" wrap="square" lIns="36000" tIns="0" rIns="36000" anchor="ctr" anchorCtr="0">
            <a:noAutofit/>
          </a:bodyPr>
          <a:lstStyle>
            <a:lvl1pPr marL="182563" indent="-182563" algn="l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tabLst/>
              <a:defRPr sz="13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XX</a:t>
            </a:r>
          </a:p>
        </p:txBody>
      </p:sp>
      <p:cxnSp>
        <p:nvCxnSpPr>
          <p:cNvPr id="58" name="Gerade Verbindung 57">
            <a:extLst>
              <a:ext uri="{FF2B5EF4-FFF2-40B4-BE49-F238E27FC236}">
                <a16:creationId xmlns:a16="http://schemas.microsoft.com/office/drawing/2014/main" id="{95C3EF33-0F26-FAEA-E11F-62357E849EC2}"/>
              </a:ext>
            </a:extLst>
          </p:cNvPr>
          <p:cNvCxnSpPr>
            <a:cxnSpLocks/>
          </p:cNvCxnSpPr>
          <p:nvPr userDrawn="1"/>
        </p:nvCxnSpPr>
        <p:spPr>
          <a:xfrm>
            <a:off x="6359526" y="2983266"/>
            <a:ext cx="558164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58">
            <a:extLst>
              <a:ext uri="{FF2B5EF4-FFF2-40B4-BE49-F238E27FC236}">
                <a16:creationId xmlns:a16="http://schemas.microsoft.com/office/drawing/2014/main" id="{9D79B752-3A61-E61E-2784-904F2B9236A7}"/>
              </a:ext>
            </a:extLst>
          </p:cNvPr>
          <p:cNvCxnSpPr>
            <a:cxnSpLocks/>
          </p:cNvCxnSpPr>
          <p:nvPr userDrawn="1"/>
        </p:nvCxnSpPr>
        <p:spPr>
          <a:xfrm>
            <a:off x="6359526" y="4032135"/>
            <a:ext cx="558164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59">
            <a:extLst>
              <a:ext uri="{FF2B5EF4-FFF2-40B4-BE49-F238E27FC236}">
                <a16:creationId xmlns:a16="http://schemas.microsoft.com/office/drawing/2014/main" id="{D697199B-F171-180B-E5E1-BF94EDF94516}"/>
              </a:ext>
            </a:extLst>
          </p:cNvPr>
          <p:cNvCxnSpPr>
            <a:cxnSpLocks/>
          </p:cNvCxnSpPr>
          <p:nvPr userDrawn="1"/>
        </p:nvCxnSpPr>
        <p:spPr>
          <a:xfrm>
            <a:off x="6359526" y="5071579"/>
            <a:ext cx="558164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4211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lar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669F34-5BBB-6887-15D0-5E78186B26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25" y="256901"/>
            <a:ext cx="5707064" cy="400324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1300" cap="all" baseline="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hEADLINE</a:t>
            </a:r>
            <a:endParaRPr lang="de-DE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11A66E65-22A4-472A-AF5C-D7272E0550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24084" y="135597"/>
            <a:ext cx="1332000" cy="483976"/>
          </a:xfrm>
          <a:prstGeom prst="rect">
            <a:avLst/>
          </a:prstGeom>
        </p:spPr>
      </p:pic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C99FB018-C54D-3FF8-67A7-ED01F3FB7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26486" y="6445624"/>
            <a:ext cx="3741177" cy="180000"/>
          </a:xfrm>
        </p:spPr>
        <p:txBody>
          <a:bodyPr/>
          <a:lstStyle/>
          <a:p>
            <a:endParaRPr lang="de-DE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4636D14B-F02D-593B-E68C-BF582E188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1835" y="6445624"/>
            <a:ext cx="1726639" cy="180000"/>
          </a:xfrm>
        </p:spPr>
        <p:txBody>
          <a:bodyPr/>
          <a:lstStyle/>
          <a:p>
            <a:fld id="{CD4E02FD-C3A1-7C44-8124-2051456A821D}" type="slidenum">
              <a:rPr lang="de-DE" smtClean="0"/>
              <a:t>‹Nr.›</a:t>
            </a:fld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1CEFA8F-BE9C-E438-0D27-12849FFF273A}"/>
              </a:ext>
            </a:extLst>
          </p:cNvPr>
          <p:cNvSpPr txBox="1"/>
          <p:nvPr userDrawn="1"/>
        </p:nvSpPr>
        <p:spPr>
          <a:xfrm>
            <a:off x="263526" y="6445624"/>
            <a:ext cx="1728788" cy="18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39" name="Textplatzhalter 11">
            <a:extLst>
              <a:ext uri="{FF2B5EF4-FFF2-40B4-BE49-F238E27FC236}">
                <a16:creationId xmlns:a16="http://schemas.microsoft.com/office/drawing/2014/main" id="{5CDE12E5-DDE0-DB4F-8126-9F7365F432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1820" y="4206638"/>
            <a:ext cx="2928902" cy="346249"/>
          </a:xfrm>
        </p:spPr>
        <p:txBody>
          <a:bodyPr vert="horz" wrap="square" anchor="b" anchorCtr="0">
            <a:spAutoFit/>
          </a:bodyPr>
          <a:lstStyle>
            <a:lvl1pPr marL="0" indent="0" algn="l">
              <a:buNone/>
              <a:defRPr sz="25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Headline</a:t>
            </a:r>
          </a:p>
        </p:txBody>
      </p:sp>
      <p:sp>
        <p:nvSpPr>
          <p:cNvPr id="40" name="Textplatzhalter 11">
            <a:extLst>
              <a:ext uri="{FF2B5EF4-FFF2-40B4-BE49-F238E27FC236}">
                <a16:creationId xmlns:a16="http://schemas.microsoft.com/office/drawing/2014/main" id="{C148A045-5142-0EBC-8B73-C685199CF1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69506" y="3979727"/>
            <a:ext cx="1728788" cy="692497"/>
          </a:xfrm>
        </p:spPr>
        <p:txBody>
          <a:bodyPr vert="horz" wrap="square" anchor="b" anchorCtr="0">
            <a:spAutoFit/>
          </a:bodyPr>
          <a:lstStyle>
            <a:lvl1pPr marL="0" indent="0" algn="l">
              <a:buNone/>
              <a:defRPr sz="5000" cap="all" baseline="0">
                <a:solidFill>
                  <a:schemeClr val="bg2"/>
                </a:solidFill>
                <a:latin typeface="Wavetable" pitchFamily="8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XX</a:t>
            </a:r>
          </a:p>
        </p:txBody>
      </p:sp>
      <p:sp>
        <p:nvSpPr>
          <p:cNvPr id="42" name="Textplatzhalter 11">
            <a:extLst>
              <a:ext uri="{FF2B5EF4-FFF2-40B4-BE49-F238E27FC236}">
                <a16:creationId xmlns:a16="http://schemas.microsoft.com/office/drawing/2014/main" id="{6CEAF8AC-FE71-55B7-72F2-99ABE07445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81280" y="4293117"/>
            <a:ext cx="557174" cy="233990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txBody>
          <a:bodyPr vert="horz" wrap="square" lIns="36000" tIns="0" rIns="36000" anchor="ctr" anchorCtr="0">
            <a:noAutofit/>
          </a:bodyPr>
          <a:lstStyle>
            <a:lvl1pPr marL="182563" indent="-182563" algn="l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tabLst/>
              <a:defRPr sz="13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XX</a:t>
            </a:r>
          </a:p>
        </p:txBody>
      </p:sp>
      <p:cxnSp>
        <p:nvCxnSpPr>
          <p:cNvPr id="41" name="Gerade Verbindung 40">
            <a:extLst>
              <a:ext uri="{FF2B5EF4-FFF2-40B4-BE49-F238E27FC236}">
                <a16:creationId xmlns:a16="http://schemas.microsoft.com/office/drawing/2014/main" id="{16FFC5D1-B54C-EDFC-3B7C-FB5B6DC0CBAA}"/>
              </a:ext>
            </a:extLst>
          </p:cNvPr>
          <p:cNvCxnSpPr>
            <a:cxnSpLocks/>
          </p:cNvCxnSpPr>
          <p:nvPr userDrawn="1"/>
        </p:nvCxnSpPr>
        <p:spPr>
          <a:xfrm>
            <a:off x="269505" y="4816086"/>
            <a:ext cx="558164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platzhalter 11">
            <a:extLst>
              <a:ext uri="{FF2B5EF4-FFF2-40B4-BE49-F238E27FC236}">
                <a16:creationId xmlns:a16="http://schemas.microsoft.com/office/drawing/2014/main" id="{8CD0DDCD-35B0-8F46-B753-14029390769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351841" y="4206638"/>
            <a:ext cx="2928902" cy="346249"/>
          </a:xfrm>
        </p:spPr>
        <p:txBody>
          <a:bodyPr vert="horz" wrap="square" anchor="b" anchorCtr="0">
            <a:spAutoFit/>
          </a:bodyPr>
          <a:lstStyle>
            <a:lvl1pPr marL="0" indent="0" algn="l">
              <a:buNone/>
              <a:defRPr sz="25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Headline</a:t>
            </a:r>
          </a:p>
        </p:txBody>
      </p:sp>
      <p:sp>
        <p:nvSpPr>
          <p:cNvPr id="54" name="Textplatzhalter 11">
            <a:extLst>
              <a:ext uri="{FF2B5EF4-FFF2-40B4-BE49-F238E27FC236}">
                <a16:creationId xmlns:a16="http://schemas.microsoft.com/office/drawing/2014/main" id="{3D11F0BB-CF9C-B212-0F42-B9C61182A64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9527" y="3979727"/>
            <a:ext cx="1728788" cy="692497"/>
          </a:xfrm>
        </p:spPr>
        <p:txBody>
          <a:bodyPr vert="horz" wrap="square" anchor="b" anchorCtr="0">
            <a:spAutoFit/>
          </a:bodyPr>
          <a:lstStyle>
            <a:lvl1pPr marL="0" indent="0" algn="l">
              <a:buNone/>
              <a:defRPr sz="5000" cap="all" baseline="0">
                <a:solidFill>
                  <a:schemeClr val="bg2"/>
                </a:solidFill>
                <a:latin typeface="Wavetable" pitchFamily="8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XX</a:t>
            </a:r>
          </a:p>
        </p:txBody>
      </p:sp>
      <p:sp>
        <p:nvSpPr>
          <p:cNvPr id="55" name="Textplatzhalter 11">
            <a:extLst>
              <a:ext uri="{FF2B5EF4-FFF2-40B4-BE49-F238E27FC236}">
                <a16:creationId xmlns:a16="http://schemas.microsoft.com/office/drawing/2014/main" id="{678A72EE-949E-399D-002D-580719B996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371301" y="4293117"/>
            <a:ext cx="557174" cy="233990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txBody>
          <a:bodyPr vert="horz" wrap="square" lIns="36000" tIns="0" rIns="36000" anchor="ctr" anchorCtr="0">
            <a:noAutofit/>
          </a:bodyPr>
          <a:lstStyle>
            <a:lvl1pPr marL="182563" indent="-182563" algn="l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tabLst/>
              <a:defRPr sz="13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XX</a:t>
            </a:r>
          </a:p>
        </p:txBody>
      </p:sp>
      <p:cxnSp>
        <p:nvCxnSpPr>
          <p:cNvPr id="60" name="Gerade Verbindung 59">
            <a:extLst>
              <a:ext uri="{FF2B5EF4-FFF2-40B4-BE49-F238E27FC236}">
                <a16:creationId xmlns:a16="http://schemas.microsoft.com/office/drawing/2014/main" id="{D697199B-F171-180B-E5E1-BF94EDF94516}"/>
              </a:ext>
            </a:extLst>
          </p:cNvPr>
          <p:cNvCxnSpPr>
            <a:cxnSpLocks/>
          </p:cNvCxnSpPr>
          <p:nvPr userDrawn="1"/>
        </p:nvCxnSpPr>
        <p:spPr>
          <a:xfrm>
            <a:off x="6359526" y="4816086"/>
            <a:ext cx="558164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platzhalter 11">
            <a:extLst>
              <a:ext uri="{FF2B5EF4-FFF2-40B4-BE49-F238E27FC236}">
                <a16:creationId xmlns:a16="http://schemas.microsoft.com/office/drawing/2014/main" id="{E920CE60-8DE0-2C79-11B3-BB078248975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63525" y="4995099"/>
            <a:ext cx="5581648" cy="1205675"/>
          </a:xfrm>
        </p:spPr>
        <p:txBody>
          <a:bodyPr vert="horz" wrap="square" anchor="t" anchorCtr="0">
            <a:noAutofit/>
          </a:bodyPr>
          <a:lstStyle>
            <a:lvl1pPr marL="227013" indent="-227013" algn="l">
              <a:buFont typeface="+mj-lt"/>
              <a:buAutoNum type="arabicPeriod"/>
              <a:tabLst/>
              <a:defRPr sz="13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5" name="Textplatzhalter 11">
            <a:extLst>
              <a:ext uri="{FF2B5EF4-FFF2-40B4-BE49-F238E27FC236}">
                <a16:creationId xmlns:a16="http://schemas.microsoft.com/office/drawing/2014/main" id="{38314928-41A9-9C40-50AD-C0D533BE883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359527" y="4967322"/>
            <a:ext cx="5581648" cy="1205675"/>
          </a:xfrm>
        </p:spPr>
        <p:txBody>
          <a:bodyPr vert="horz" wrap="square" anchor="t" anchorCtr="0">
            <a:noAutofit/>
          </a:bodyPr>
          <a:lstStyle>
            <a:lvl1pPr marL="227013" indent="-227013" algn="l">
              <a:buFont typeface="+mj-lt"/>
              <a:buAutoNum type="arabicPeriod"/>
              <a:tabLst/>
              <a:defRPr sz="13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6" name="Textplatzhalter 11">
            <a:extLst>
              <a:ext uri="{FF2B5EF4-FFF2-40B4-BE49-F238E27FC236}">
                <a16:creationId xmlns:a16="http://schemas.microsoft.com/office/drawing/2014/main" id="{B8A42322-3647-C37E-94DD-16D444CB6AE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261820" y="1417288"/>
            <a:ext cx="2928902" cy="346249"/>
          </a:xfrm>
        </p:spPr>
        <p:txBody>
          <a:bodyPr vert="horz" wrap="square" anchor="b" anchorCtr="0">
            <a:spAutoFit/>
          </a:bodyPr>
          <a:lstStyle>
            <a:lvl1pPr marL="0" indent="0" algn="l">
              <a:buNone/>
              <a:defRPr sz="25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Headline</a:t>
            </a:r>
          </a:p>
        </p:txBody>
      </p:sp>
      <p:sp>
        <p:nvSpPr>
          <p:cNvPr id="7" name="Textplatzhalter 11">
            <a:extLst>
              <a:ext uri="{FF2B5EF4-FFF2-40B4-BE49-F238E27FC236}">
                <a16:creationId xmlns:a16="http://schemas.microsoft.com/office/drawing/2014/main" id="{3A083664-CD32-C35A-74EE-CE08D86F580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69506" y="1190377"/>
            <a:ext cx="1728788" cy="692497"/>
          </a:xfrm>
        </p:spPr>
        <p:txBody>
          <a:bodyPr vert="horz" wrap="square" anchor="b" anchorCtr="0">
            <a:spAutoFit/>
          </a:bodyPr>
          <a:lstStyle>
            <a:lvl1pPr marL="0" indent="0" algn="l">
              <a:buNone/>
              <a:defRPr sz="5000" cap="all" baseline="0">
                <a:solidFill>
                  <a:schemeClr val="bg2"/>
                </a:solidFill>
                <a:latin typeface="Wavetable" pitchFamily="8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XX</a:t>
            </a:r>
          </a:p>
        </p:txBody>
      </p:sp>
      <p:sp>
        <p:nvSpPr>
          <p:cNvPr id="8" name="Textplatzhalter 11">
            <a:extLst>
              <a:ext uri="{FF2B5EF4-FFF2-40B4-BE49-F238E27FC236}">
                <a16:creationId xmlns:a16="http://schemas.microsoft.com/office/drawing/2014/main" id="{988D5B61-9979-C7DA-B984-6B342EBEC4C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281280" y="1503767"/>
            <a:ext cx="557174" cy="233990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txBody>
          <a:bodyPr vert="horz" wrap="square" lIns="36000" tIns="0" rIns="36000" anchor="ctr" anchorCtr="0">
            <a:noAutofit/>
          </a:bodyPr>
          <a:lstStyle>
            <a:lvl1pPr marL="182563" indent="-182563" algn="l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tabLst/>
              <a:defRPr sz="13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XX</a:t>
            </a:r>
          </a:p>
        </p:txBody>
      </p:sp>
      <p:cxnSp>
        <p:nvCxnSpPr>
          <p:cNvPr id="9" name="Gerade Verbindung 8">
            <a:extLst>
              <a:ext uri="{FF2B5EF4-FFF2-40B4-BE49-F238E27FC236}">
                <a16:creationId xmlns:a16="http://schemas.microsoft.com/office/drawing/2014/main" id="{3A300D35-DE04-7F41-E728-E4434518C18F}"/>
              </a:ext>
            </a:extLst>
          </p:cNvPr>
          <p:cNvCxnSpPr>
            <a:cxnSpLocks/>
          </p:cNvCxnSpPr>
          <p:nvPr userDrawn="1"/>
        </p:nvCxnSpPr>
        <p:spPr>
          <a:xfrm>
            <a:off x="269505" y="2026736"/>
            <a:ext cx="558164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platzhalter 11">
            <a:extLst>
              <a:ext uri="{FF2B5EF4-FFF2-40B4-BE49-F238E27FC236}">
                <a16:creationId xmlns:a16="http://schemas.microsoft.com/office/drawing/2014/main" id="{A348E132-897E-485A-A755-C8024B52DAB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351841" y="1417288"/>
            <a:ext cx="2928902" cy="346249"/>
          </a:xfrm>
        </p:spPr>
        <p:txBody>
          <a:bodyPr vert="horz" wrap="square" anchor="b" anchorCtr="0">
            <a:spAutoFit/>
          </a:bodyPr>
          <a:lstStyle>
            <a:lvl1pPr marL="0" indent="0" algn="l">
              <a:buNone/>
              <a:defRPr sz="25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Headline</a:t>
            </a:r>
          </a:p>
        </p:txBody>
      </p:sp>
      <p:sp>
        <p:nvSpPr>
          <p:cNvPr id="17" name="Textplatzhalter 11">
            <a:extLst>
              <a:ext uri="{FF2B5EF4-FFF2-40B4-BE49-F238E27FC236}">
                <a16:creationId xmlns:a16="http://schemas.microsoft.com/office/drawing/2014/main" id="{1F7B67E0-9ECB-FD65-54BC-1744125E757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359527" y="1190377"/>
            <a:ext cx="1728788" cy="692497"/>
          </a:xfrm>
        </p:spPr>
        <p:txBody>
          <a:bodyPr vert="horz" wrap="square" anchor="b" anchorCtr="0">
            <a:spAutoFit/>
          </a:bodyPr>
          <a:lstStyle>
            <a:lvl1pPr marL="0" indent="0" algn="l">
              <a:buNone/>
              <a:defRPr sz="5000" cap="all" baseline="0">
                <a:solidFill>
                  <a:schemeClr val="bg2"/>
                </a:solidFill>
                <a:latin typeface="Wavetable" pitchFamily="8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XX</a:t>
            </a:r>
          </a:p>
        </p:txBody>
      </p:sp>
      <p:sp>
        <p:nvSpPr>
          <p:cNvPr id="19" name="Textplatzhalter 11">
            <a:extLst>
              <a:ext uri="{FF2B5EF4-FFF2-40B4-BE49-F238E27FC236}">
                <a16:creationId xmlns:a16="http://schemas.microsoft.com/office/drawing/2014/main" id="{83257150-FEC1-9AF8-57C5-75654ED59DF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1371301" y="1503767"/>
            <a:ext cx="557174" cy="233990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txBody>
          <a:bodyPr vert="horz" wrap="square" lIns="36000" tIns="0" rIns="36000" anchor="ctr" anchorCtr="0">
            <a:noAutofit/>
          </a:bodyPr>
          <a:lstStyle>
            <a:lvl1pPr marL="182563" indent="-182563" algn="l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tabLst/>
              <a:defRPr sz="13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XX</a:t>
            </a:r>
          </a:p>
        </p:txBody>
      </p:sp>
      <p:cxnSp>
        <p:nvCxnSpPr>
          <p:cNvPr id="20" name="Gerade Verbindung 19">
            <a:extLst>
              <a:ext uri="{FF2B5EF4-FFF2-40B4-BE49-F238E27FC236}">
                <a16:creationId xmlns:a16="http://schemas.microsoft.com/office/drawing/2014/main" id="{BF5B1235-59F3-4C4C-A1B2-25651A932995}"/>
              </a:ext>
            </a:extLst>
          </p:cNvPr>
          <p:cNvCxnSpPr>
            <a:cxnSpLocks/>
          </p:cNvCxnSpPr>
          <p:nvPr userDrawn="1"/>
        </p:nvCxnSpPr>
        <p:spPr>
          <a:xfrm>
            <a:off x="6359526" y="2026736"/>
            <a:ext cx="558164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platzhalter 11">
            <a:extLst>
              <a:ext uri="{FF2B5EF4-FFF2-40B4-BE49-F238E27FC236}">
                <a16:creationId xmlns:a16="http://schemas.microsoft.com/office/drawing/2014/main" id="{88928755-BE52-740E-8BF0-7C615EF9312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63525" y="2205749"/>
            <a:ext cx="5581648" cy="1205675"/>
          </a:xfrm>
        </p:spPr>
        <p:txBody>
          <a:bodyPr vert="horz" wrap="square" anchor="t" anchorCtr="0">
            <a:noAutofit/>
          </a:bodyPr>
          <a:lstStyle>
            <a:lvl1pPr marL="227013" indent="-227013" algn="l">
              <a:buFont typeface="+mj-lt"/>
              <a:buAutoNum type="arabicPeriod"/>
              <a:tabLst/>
              <a:defRPr sz="13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26" name="Textplatzhalter 11">
            <a:extLst>
              <a:ext uri="{FF2B5EF4-FFF2-40B4-BE49-F238E27FC236}">
                <a16:creationId xmlns:a16="http://schemas.microsoft.com/office/drawing/2014/main" id="{EB16ECD1-8004-604F-3A21-CF7B04834B9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359527" y="2177972"/>
            <a:ext cx="5581648" cy="1205675"/>
          </a:xfrm>
        </p:spPr>
        <p:txBody>
          <a:bodyPr vert="horz" wrap="square" anchor="t" anchorCtr="0">
            <a:noAutofit/>
          </a:bodyPr>
          <a:lstStyle>
            <a:lvl1pPr marL="227013" indent="-227013" algn="l">
              <a:buFont typeface="+mj-lt"/>
              <a:buAutoNum type="arabicPeriod"/>
              <a:tabLst/>
              <a:defRPr sz="13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7400509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ivider Ash + small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C99FB018-C54D-3FF8-67A7-ED01F3FB7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26486" y="6445624"/>
            <a:ext cx="3741177" cy="180000"/>
          </a:xfrm>
        </p:spPr>
        <p:txBody>
          <a:bodyPr/>
          <a:lstStyle/>
          <a:p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1CEFA8F-BE9C-E438-0D27-12849FFF273A}"/>
              </a:ext>
            </a:extLst>
          </p:cNvPr>
          <p:cNvSpPr txBox="1"/>
          <p:nvPr userDrawn="1"/>
        </p:nvSpPr>
        <p:spPr>
          <a:xfrm>
            <a:off x="263526" y="6445624"/>
            <a:ext cx="1728788" cy="18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6" name="Textplatzhalter 11">
            <a:extLst>
              <a:ext uri="{FF2B5EF4-FFF2-40B4-BE49-F238E27FC236}">
                <a16:creationId xmlns:a16="http://schemas.microsoft.com/office/drawing/2014/main" id="{A324DCE6-A014-A4DA-FF61-4A51CF4E88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2891" y="-252970"/>
            <a:ext cx="5707063" cy="1718419"/>
          </a:xfrm>
        </p:spPr>
        <p:txBody>
          <a:bodyPr vert="horz" wrap="square" anchor="t" anchorCtr="0">
            <a:spAutoFit/>
          </a:bodyPr>
          <a:lstStyle>
            <a:lvl1pPr marL="0" indent="0" algn="l">
              <a:buNone/>
              <a:defRPr sz="10000" cap="all" baseline="0">
                <a:solidFill>
                  <a:schemeClr val="bg2"/>
                </a:solidFill>
                <a:latin typeface="Wavetable" pitchFamily="8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XX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82BB4E6-AF5D-23C3-9ABB-B17745FEAF7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25" y="3429000"/>
            <a:ext cx="5707064" cy="1720194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000" cap="all" baseline="0"/>
            </a:lvl1pPr>
          </a:lstStyle>
          <a:p>
            <a:r>
              <a:rPr lang="de-DE"/>
              <a:t>Title</a:t>
            </a:r>
          </a:p>
        </p:txBody>
      </p:sp>
      <p:sp>
        <p:nvSpPr>
          <p:cNvPr id="4" name="Textplatzhalter 11">
            <a:extLst>
              <a:ext uri="{FF2B5EF4-FFF2-40B4-BE49-F238E27FC236}">
                <a16:creationId xmlns:a16="http://schemas.microsoft.com/office/drawing/2014/main" id="{94A0C0A3-B50D-E113-DAA6-095C88CF389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3524" y="2981761"/>
            <a:ext cx="3708400" cy="219932"/>
          </a:xfrm>
        </p:spPr>
        <p:txBody>
          <a:bodyPr vert="horz" wrap="square" anchor="b" anchorCtr="0">
            <a:spAutoFit/>
          </a:bodyPr>
          <a:lstStyle>
            <a:lvl1pPr marL="0" indent="0" algn="l">
              <a:buNone/>
              <a:defRPr sz="1300" cap="all" baseline="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3" name="Bildplatzhalter 6">
            <a:extLst>
              <a:ext uri="{FF2B5EF4-FFF2-40B4-BE49-F238E27FC236}">
                <a16:creationId xmlns:a16="http://schemas.microsoft.com/office/drawing/2014/main" id="{0A3B3A5F-448A-1419-3067-5426B8B34AC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17920" y="260350"/>
            <a:ext cx="5707064" cy="6337301"/>
          </a:xfrm>
          <a:prstGeom prst="roundRect">
            <a:avLst>
              <a:gd name="adj" fmla="val 2568"/>
            </a:avLst>
          </a:prstGeo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4779085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ivider White + small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C99FB018-C54D-3FF8-67A7-ED01F3FB7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26486" y="6445624"/>
            <a:ext cx="3741177" cy="18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1CEFA8F-BE9C-E438-0D27-12849FFF273A}"/>
              </a:ext>
            </a:extLst>
          </p:cNvPr>
          <p:cNvSpPr txBox="1"/>
          <p:nvPr userDrawn="1"/>
        </p:nvSpPr>
        <p:spPr>
          <a:xfrm>
            <a:off x="263526" y="6445624"/>
            <a:ext cx="1728788" cy="18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CONFIDENTIAL</a:t>
            </a:r>
          </a:p>
        </p:txBody>
      </p:sp>
      <p:sp>
        <p:nvSpPr>
          <p:cNvPr id="16" name="Textplatzhalter 11">
            <a:extLst>
              <a:ext uri="{FF2B5EF4-FFF2-40B4-BE49-F238E27FC236}">
                <a16:creationId xmlns:a16="http://schemas.microsoft.com/office/drawing/2014/main" id="{A324DCE6-A014-A4DA-FF61-4A51CF4E88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2891" y="-252970"/>
            <a:ext cx="5707063" cy="1718419"/>
          </a:xfrm>
        </p:spPr>
        <p:txBody>
          <a:bodyPr vert="horz" wrap="square" anchor="t" anchorCtr="0">
            <a:spAutoFit/>
          </a:bodyPr>
          <a:lstStyle>
            <a:lvl1pPr marL="0" indent="0" algn="l">
              <a:buNone/>
              <a:defRPr sz="10000" cap="all" baseline="0">
                <a:solidFill>
                  <a:schemeClr val="tx1"/>
                </a:solidFill>
                <a:latin typeface="Wavetable" pitchFamily="8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XX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82BB4E6-AF5D-23C3-9ABB-B17745FEAF7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25" y="3429000"/>
            <a:ext cx="5707064" cy="1720194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000" cap="all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Title</a:t>
            </a:r>
          </a:p>
        </p:txBody>
      </p:sp>
      <p:sp>
        <p:nvSpPr>
          <p:cNvPr id="4" name="Textplatzhalter 11">
            <a:extLst>
              <a:ext uri="{FF2B5EF4-FFF2-40B4-BE49-F238E27FC236}">
                <a16:creationId xmlns:a16="http://schemas.microsoft.com/office/drawing/2014/main" id="{94A0C0A3-B50D-E113-DAA6-095C88CF389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3524" y="2981761"/>
            <a:ext cx="3708400" cy="219932"/>
          </a:xfrm>
        </p:spPr>
        <p:txBody>
          <a:bodyPr vert="horz" wrap="square" anchor="b" anchorCtr="0">
            <a:spAutoFit/>
          </a:bodyPr>
          <a:lstStyle>
            <a:lvl1pPr marL="0" indent="0" algn="l">
              <a:buNone/>
              <a:defRPr sz="13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3" name="Bildplatzhalter 6">
            <a:extLst>
              <a:ext uri="{FF2B5EF4-FFF2-40B4-BE49-F238E27FC236}">
                <a16:creationId xmlns:a16="http://schemas.microsoft.com/office/drawing/2014/main" id="{0A3B3A5F-448A-1419-3067-5426B8B34AC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17920" y="260350"/>
            <a:ext cx="5707064" cy="6337301"/>
          </a:xfrm>
          <a:prstGeom prst="roundRect">
            <a:avLst>
              <a:gd name="adj" fmla="val 2568"/>
            </a:avLst>
          </a:prstGeom>
          <a:noFill/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35901262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ivider Ash + large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1">
            <a:extLst>
              <a:ext uri="{FF2B5EF4-FFF2-40B4-BE49-F238E27FC236}">
                <a16:creationId xmlns:a16="http://schemas.microsoft.com/office/drawing/2014/main" id="{A324DCE6-A014-A4DA-FF61-4A51CF4E88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2891" y="-252970"/>
            <a:ext cx="5707063" cy="1718419"/>
          </a:xfrm>
        </p:spPr>
        <p:txBody>
          <a:bodyPr vert="horz" wrap="square" anchor="t" anchorCtr="0">
            <a:spAutoFit/>
          </a:bodyPr>
          <a:lstStyle>
            <a:lvl1pPr marL="0" indent="0" algn="l">
              <a:buNone/>
              <a:defRPr sz="10000" cap="all" baseline="0">
                <a:solidFill>
                  <a:schemeClr val="bg2"/>
                </a:solidFill>
                <a:latin typeface="Wavetable" pitchFamily="8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XX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6F9883C-B1EB-A7A7-AC01-97A47D7DD6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24084" y="135597"/>
            <a:ext cx="1332000" cy="483976"/>
          </a:xfrm>
          <a:prstGeom prst="rect">
            <a:avLst/>
          </a:prstGeom>
        </p:spPr>
      </p:pic>
      <p:sp>
        <p:nvSpPr>
          <p:cNvPr id="8" name="Bildplatzhalter 6">
            <a:extLst>
              <a:ext uri="{FF2B5EF4-FFF2-40B4-BE49-F238E27FC236}">
                <a16:creationId xmlns:a16="http://schemas.microsoft.com/office/drawing/2014/main" id="{223233FA-F9C8-E327-2064-F2C325BEC1C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63525" y="1490473"/>
            <a:ext cx="11661459" cy="4574152"/>
          </a:xfrm>
          <a:prstGeom prst="roundRect">
            <a:avLst>
              <a:gd name="adj" fmla="val 2568"/>
            </a:avLst>
          </a:prstGeo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Image</a:t>
            </a:r>
          </a:p>
        </p:txBody>
      </p:sp>
      <p:sp>
        <p:nvSpPr>
          <p:cNvPr id="9" name="Textplatzhalter 11">
            <a:extLst>
              <a:ext uri="{FF2B5EF4-FFF2-40B4-BE49-F238E27FC236}">
                <a16:creationId xmlns:a16="http://schemas.microsoft.com/office/drawing/2014/main" id="{A9CCD088-E6FE-1591-9E56-FA40235D340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3524" y="6280931"/>
            <a:ext cx="5707063" cy="389145"/>
          </a:xfrm>
        </p:spPr>
        <p:txBody>
          <a:bodyPr vert="horz" wrap="square" anchor="b" anchorCtr="0">
            <a:spAutoFit/>
          </a:bodyPr>
          <a:lstStyle>
            <a:lvl1pPr marL="457200" indent="-457200" algn="l">
              <a:buFont typeface="+mj-lt"/>
              <a:buAutoNum type="arabicPeriod"/>
              <a:defRPr sz="23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1024847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ivider White + 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1">
            <a:extLst>
              <a:ext uri="{FF2B5EF4-FFF2-40B4-BE49-F238E27FC236}">
                <a16:creationId xmlns:a16="http://schemas.microsoft.com/office/drawing/2014/main" id="{A324DCE6-A014-A4DA-FF61-4A51CF4E88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2891" y="-252970"/>
            <a:ext cx="5707063" cy="1718419"/>
          </a:xfrm>
        </p:spPr>
        <p:txBody>
          <a:bodyPr vert="horz" wrap="square" anchor="t" anchorCtr="0">
            <a:spAutoFit/>
          </a:bodyPr>
          <a:lstStyle>
            <a:lvl1pPr marL="0" indent="0" algn="l">
              <a:buNone/>
              <a:defRPr sz="10000" cap="all" baseline="0">
                <a:solidFill>
                  <a:schemeClr val="tx1"/>
                </a:solidFill>
                <a:latin typeface="Wavetable" pitchFamily="8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XX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6F9883C-B1EB-A7A7-AC01-97A47D7DD6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724084" y="135600"/>
            <a:ext cx="1332000" cy="483969"/>
          </a:xfrm>
          <a:prstGeom prst="rect">
            <a:avLst/>
          </a:prstGeom>
        </p:spPr>
      </p:pic>
      <p:sp>
        <p:nvSpPr>
          <p:cNvPr id="8" name="Bildplatzhalter 6">
            <a:extLst>
              <a:ext uri="{FF2B5EF4-FFF2-40B4-BE49-F238E27FC236}">
                <a16:creationId xmlns:a16="http://schemas.microsoft.com/office/drawing/2014/main" id="{223233FA-F9C8-E327-2064-F2C325BEC1C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63525" y="1490473"/>
            <a:ext cx="11661459" cy="4574152"/>
          </a:xfrm>
          <a:prstGeom prst="roundRect">
            <a:avLst>
              <a:gd name="adj" fmla="val 2568"/>
            </a:avLst>
          </a:prstGeom>
          <a:noFill/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Image</a:t>
            </a:r>
          </a:p>
        </p:txBody>
      </p:sp>
      <p:sp>
        <p:nvSpPr>
          <p:cNvPr id="9" name="Textplatzhalter 11">
            <a:extLst>
              <a:ext uri="{FF2B5EF4-FFF2-40B4-BE49-F238E27FC236}">
                <a16:creationId xmlns:a16="http://schemas.microsoft.com/office/drawing/2014/main" id="{A9CCD088-E6FE-1591-9E56-FA40235D340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3524" y="6280931"/>
            <a:ext cx="5707063" cy="389145"/>
          </a:xfrm>
        </p:spPr>
        <p:txBody>
          <a:bodyPr vert="horz" wrap="square" anchor="b" anchorCtr="0">
            <a:spAutoFit/>
          </a:bodyPr>
          <a:lstStyle>
            <a:lvl1pPr marL="457200" indent="-457200" algn="l">
              <a:buFont typeface="+mj-lt"/>
              <a:buAutoNum type="arabicPeriod"/>
              <a:defRPr sz="23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7549292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ivider Ash +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11A66E65-22A4-472A-AF5C-D7272E0550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24084" y="135597"/>
            <a:ext cx="1332000" cy="483976"/>
          </a:xfrm>
          <a:prstGeom prst="rect">
            <a:avLst/>
          </a:prstGeom>
        </p:spPr>
      </p:pic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C99FB018-C54D-3FF8-67A7-ED01F3FB7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26486" y="6445624"/>
            <a:ext cx="3741177" cy="180000"/>
          </a:xfrm>
        </p:spPr>
        <p:txBody>
          <a:bodyPr/>
          <a:lstStyle/>
          <a:p>
            <a:endParaRPr lang="de-DE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4636D14B-F02D-593B-E68C-BF582E188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1835" y="6445624"/>
            <a:ext cx="1726639" cy="180000"/>
          </a:xfrm>
        </p:spPr>
        <p:txBody>
          <a:bodyPr/>
          <a:lstStyle/>
          <a:p>
            <a:fld id="{CD4E02FD-C3A1-7C44-8124-2051456A821D}" type="slidenum">
              <a:rPr lang="de-DE" smtClean="0"/>
              <a:t>‹Nr.›</a:t>
            </a:fld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1CEFA8F-BE9C-E438-0D27-12849FFF273A}"/>
              </a:ext>
            </a:extLst>
          </p:cNvPr>
          <p:cNvSpPr txBox="1"/>
          <p:nvPr userDrawn="1"/>
        </p:nvSpPr>
        <p:spPr>
          <a:xfrm>
            <a:off x="263526" y="6445624"/>
            <a:ext cx="1728788" cy="18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6" name="Textplatzhalter 11">
            <a:extLst>
              <a:ext uri="{FF2B5EF4-FFF2-40B4-BE49-F238E27FC236}">
                <a16:creationId xmlns:a16="http://schemas.microsoft.com/office/drawing/2014/main" id="{A324DCE6-A014-A4DA-FF61-4A51CF4E88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2891" y="-1028874"/>
            <a:ext cx="9695971" cy="3462486"/>
          </a:xfrm>
        </p:spPr>
        <p:txBody>
          <a:bodyPr vert="horz" wrap="square" anchor="t" anchorCtr="0">
            <a:spAutoFit/>
          </a:bodyPr>
          <a:lstStyle>
            <a:lvl1pPr marL="0" indent="0" algn="l">
              <a:buNone/>
              <a:defRPr sz="25000" cap="all" baseline="0">
                <a:solidFill>
                  <a:schemeClr val="bg2"/>
                </a:solidFill>
                <a:latin typeface="Wavetable" pitchFamily="8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XX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B0E02B2C-7E96-D71C-38F8-0DFA02E8E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3525" y="2986801"/>
            <a:ext cx="5707064" cy="238680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6000" cap="all" baseline="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cxnSp>
        <p:nvCxnSpPr>
          <p:cNvPr id="6" name="Gerade Verbindung 5">
            <a:extLst>
              <a:ext uri="{FF2B5EF4-FFF2-40B4-BE49-F238E27FC236}">
                <a16:creationId xmlns:a16="http://schemas.microsoft.com/office/drawing/2014/main" id="{A6C81957-02EE-76C0-955D-5EB585BD1E08}"/>
              </a:ext>
            </a:extLst>
          </p:cNvPr>
          <p:cNvCxnSpPr>
            <a:cxnSpLocks/>
          </p:cNvCxnSpPr>
          <p:nvPr userDrawn="1"/>
        </p:nvCxnSpPr>
        <p:spPr>
          <a:xfrm>
            <a:off x="263525" y="2701245"/>
            <a:ext cx="1166495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95CA8B7B-6A0F-03BA-F971-5014D179B206}"/>
              </a:ext>
            </a:extLst>
          </p:cNvPr>
          <p:cNvCxnSpPr>
            <a:cxnSpLocks/>
          </p:cNvCxnSpPr>
          <p:nvPr userDrawn="1"/>
        </p:nvCxnSpPr>
        <p:spPr>
          <a:xfrm>
            <a:off x="263525" y="6341991"/>
            <a:ext cx="1166495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C67F8E7D-4EAD-A364-3DF4-63B28FB646C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20075" y="2986801"/>
            <a:ext cx="3708400" cy="1084262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8484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ivider Lime + 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C99FB018-C54D-3FF8-67A7-ED01F3FB7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26486" y="6445624"/>
            <a:ext cx="3741177" cy="18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4636D14B-F02D-593B-E68C-BF582E188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1835" y="6445624"/>
            <a:ext cx="1726639" cy="18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D4E02FD-C3A1-7C44-8124-2051456A821D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1CEFA8F-BE9C-E438-0D27-12849FFF273A}"/>
              </a:ext>
            </a:extLst>
          </p:cNvPr>
          <p:cNvSpPr txBox="1"/>
          <p:nvPr userDrawn="1"/>
        </p:nvSpPr>
        <p:spPr>
          <a:xfrm>
            <a:off x="263526" y="6445624"/>
            <a:ext cx="1728788" cy="18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CONFIDENTIAL</a:t>
            </a:r>
          </a:p>
        </p:txBody>
      </p:sp>
      <p:sp>
        <p:nvSpPr>
          <p:cNvPr id="16" name="Textplatzhalter 11">
            <a:extLst>
              <a:ext uri="{FF2B5EF4-FFF2-40B4-BE49-F238E27FC236}">
                <a16:creationId xmlns:a16="http://schemas.microsoft.com/office/drawing/2014/main" id="{A324DCE6-A014-A4DA-FF61-4A51CF4E88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2891" y="-1028874"/>
            <a:ext cx="9695971" cy="4296048"/>
          </a:xfrm>
        </p:spPr>
        <p:txBody>
          <a:bodyPr vert="horz" wrap="square" anchor="t" anchorCtr="0">
            <a:spAutoFit/>
          </a:bodyPr>
          <a:lstStyle>
            <a:lvl1pPr marL="0" indent="0" algn="l">
              <a:buNone/>
              <a:defRPr sz="25000" cap="all" baseline="0">
                <a:solidFill>
                  <a:schemeClr val="tx1"/>
                </a:solidFill>
                <a:latin typeface="Wavetable" pitchFamily="8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XX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B0E02B2C-7E96-D71C-38F8-0DFA02E8E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3525" y="2986801"/>
            <a:ext cx="5707064" cy="238680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cxnSp>
        <p:nvCxnSpPr>
          <p:cNvPr id="6" name="Gerade Verbindung 5">
            <a:extLst>
              <a:ext uri="{FF2B5EF4-FFF2-40B4-BE49-F238E27FC236}">
                <a16:creationId xmlns:a16="http://schemas.microsoft.com/office/drawing/2014/main" id="{A6C81957-02EE-76C0-955D-5EB585BD1E08}"/>
              </a:ext>
            </a:extLst>
          </p:cNvPr>
          <p:cNvCxnSpPr>
            <a:cxnSpLocks/>
          </p:cNvCxnSpPr>
          <p:nvPr userDrawn="1"/>
        </p:nvCxnSpPr>
        <p:spPr>
          <a:xfrm>
            <a:off x="263525" y="2701245"/>
            <a:ext cx="1166495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95CA8B7B-6A0F-03BA-F971-5014D179B206}"/>
              </a:ext>
            </a:extLst>
          </p:cNvPr>
          <p:cNvCxnSpPr>
            <a:cxnSpLocks/>
          </p:cNvCxnSpPr>
          <p:nvPr userDrawn="1"/>
        </p:nvCxnSpPr>
        <p:spPr>
          <a:xfrm>
            <a:off x="263525" y="6341991"/>
            <a:ext cx="1166495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C67F8E7D-4EAD-A364-3DF4-63B28FB646C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20075" y="2986801"/>
            <a:ext cx="3708400" cy="1084262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tx1"/>
                </a:solidFill>
              </a:defRPr>
            </a:lvl2pPr>
            <a:lvl3pPr marL="914400" indent="0">
              <a:buNone/>
              <a:defRPr>
                <a:solidFill>
                  <a:schemeClr val="tx1"/>
                </a:solidFill>
              </a:defRPr>
            </a:lvl3pPr>
            <a:lvl4pPr marL="1371600" indent="0">
              <a:buNone/>
              <a:defRPr>
                <a:solidFill>
                  <a:schemeClr val="tx1"/>
                </a:solidFill>
              </a:defRPr>
            </a:lvl4pPr>
            <a:lvl5pPr marL="18288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0B6E5EE-2591-D164-66FA-BFA2B734BA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724084" y="135600"/>
            <a:ext cx="1332000" cy="483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2590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ivider Ash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11A66E65-22A4-472A-AF5C-D7272E0550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24084" y="135597"/>
            <a:ext cx="1332000" cy="483976"/>
          </a:xfrm>
          <a:prstGeom prst="rect">
            <a:avLst/>
          </a:prstGeom>
        </p:spPr>
      </p:pic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C99FB018-C54D-3FF8-67A7-ED01F3FB7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26486" y="6445624"/>
            <a:ext cx="3741177" cy="180000"/>
          </a:xfrm>
        </p:spPr>
        <p:txBody>
          <a:bodyPr/>
          <a:lstStyle/>
          <a:p>
            <a:endParaRPr lang="de-DE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4636D14B-F02D-593B-E68C-BF582E188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1835" y="6445624"/>
            <a:ext cx="1726639" cy="180000"/>
          </a:xfrm>
        </p:spPr>
        <p:txBody>
          <a:bodyPr/>
          <a:lstStyle/>
          <a:p>
            <a:fld id="{CD4E02FD-C3A1-7C44-8124-2051456A821D}" type="slidenum">
              <a:rPr lang="de-DE" smtClean="0"/>
              <a:t>‹Nr.›</a:t>
            </a:fld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1CEFA8F-BE9C-E438-0D27-12849FFF273A}"/>
              </a:ext>
            </a:extLst>
          </p:cNvPr>
          <p:cNvSpPr txBox="1"/>
          <p:nvPr userDrawn="1"/>
        </p:nvSpPr>
        <p:spPr>
          <a:xfrm>
            <a:off x="263526" y="6445624"/>
            <a:ext cx="1728788" cy="18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82BB4E6-AF5D-23C3-9ABB-B17745FEAF7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24" y="3429000"/>
            <a:ext cx="11664949" cy="1720194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000" cap="all" baseline="0"/>
            </a:lvl1pPr>
          </a:lstStyle>
          <a:p>
            <a:r>
              <a:rPr lang="de-DE"/>
              <a:t>Title</a:t>
            </a:r>
          </a:p>
        </p:txBody>
      </p:sp>
      <p:sp>
        <p:nvSpPr>
          <p:cNvPr id="4" name="Textplatzhalter 11">
            <a:extLst>
              <a:ext uri="{FF2B5EF4-FFF2-40B4-BE49-F238E27FC236}">
                <a16:creationId xmlns:a16="http://schemas.microsoft.com/office/drawing/2014/main" id="{94A0C0A3-B50D-E113-DAA6-095C88CF389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3524" y="2981761"/>
            <a:ext cx="3708400" cy="219932"/>
          </a:xfrm>
        </p:spPr>
        <p:txBody>
          <a:bodyPr vert="horz" wrap="square" anchor="b" anchorCtr="0">
            <a:spAutoFit/>
          </a:bodyPr>
          <a:lstStyle>
            <a:lvl1pPr marL="0" indent="0" algn="l">
              <a:buNone/>
              <a:defRPr sz="1300" cap="all" baseline="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5" name="Textplatzhalter 11">
            <a:extLst>
              <a:ext uri="{FF2B5EF4-FFF2-40B4-BE49-F238E27FC236}">
                <a16:creationId xmlns:a16="http://schemas.microsoft.com/office/drawing/2014/main" id="{CAFEBB13-0DCC-A6DA-1CE1-DEE5666E88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2892" y="-498847"/>
            <a:ext cx="5507664" cy="2577629"/>
          </a:xfrm>
        </p:spPr>
        <p:txBody>
          <a:bodyPr vert="horz" wrap="square" anchor="t" anchorCtr="0">
            <a:spAutoFit/>
          </a:bodyPr>
          <a:lstStyle>
            <a:lvl1pPr marL="0" indent="0" algn="l">
              <a:buNone/>
              <a:defRPr sz="15000" cap="all" baseline="0">
                <a:solidFill>
                  <a:schemeClr val="bg2"/>
                </a:solidFill>
                <a:latin typeface="Wavetable" pitchFamily="8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30123796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ivider Lim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C99FB018-C54D-3FF8-67A7-ED01F3FB7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26486" y="6445624"/>
            <a:ext cx="3741177" cy="18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4636D14B-F02D-593B-E68C-BF582E188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1835" y="6445624"/>
            <a:ext cx="1726639" cy="18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D4E02FD-C3A1-7C44-8124-2051456A821D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1CEFA8F-BE9C-E438-0D27-12849FFF273A}"/>
              </a:ext>
            </a:extLst>
          </p:cNvPr>
          <p:cNvSpPr txBox="1"/>
          <p:nvPr userDrawn="1"/>
        </p:nvSpPr>
        <p:spPr>
          <a:xfrm>
            <a:off x="263526" y="6445624"/>
            <a:ext cx="1728788" cy="18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CONFIDENTIAL</a:t>
            </a:r>
          </a:p>
        </p:txBody>
      </p:sp>
      <p:sp>
        <p:nvSpPr>
          <p:cNvPr id="16" name="Textplatzhalter 11">
            <a:extLst>
              <a:ext uri="{FF2B5EF4-FFF2-40B4-BE49-F238E27FC236}">
                <a16:creationId xmlns:a16="http://schemas.microsoft.com/office/drawing/2014/main" id="{A324DCE6-A014-A4DA-FF61-4A51CF4E88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2892" y="-498847"/>
            <a:ext cx="5507664" cy="2577629"/>
          </a:xfrm>
        </p:spPr>
        <p:txBody>
          <a:bodyPr vert="horz" wrap="square" anchor="t" anchorCtr="0">
            <a:spAutoFit/>
          </a:bodyPr>
          <a:lstStyle>
            <a:lvl1pPr marL="0" indent="0" algn="l">
              <a:buNone/>
              <a:defRPr sz="15000" cap="all" baseline="0">
                <a:solidFill>
                  <a:schemeClr val="tx1"/>
                </a:solidFill>
                <a:latin typeface="Wavetable" pitchFamily="8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XX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82BB4E6-AF5D-23C3-9ABB-B17745FEAF7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24" y="3429000"/>
            <a:ext cx="11664949" cy="1720194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000" cap="all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Title</a:t>
            </a:r>
          </a:p>
        </p:txBody>
      </p:sp>
      <p:sp>
        <p:nvSpPr>
          <p:cNvPr id="4" name="Textplatzhalter 11">
            <a:extLst>
              <a:ext uri="{FF2B5EF4-FFF2-40B4-BE49-F238E27FC236}">
                <a16:creationId xmlns:a16="http://schemas.microsoft.com/office/drawing/2014/main" id="{94A0C0A3-B50D-E113-DAA6-095C88CF389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3524" y="2981761"/>
            <a:ext cx="3708400" cy="219932"/>
          </a:xfrm>
        </p:spPr>
        <p:txBody>
          <a:bodyPr vert="horz" wrap="square" anchor="b" anchorCtr="0">
            <a:spAutoFit/>
          </a:bodyPr>
          <a:lstStyle>
            <a:lvl1pPr marL="0" indent="0" algn="l">
              <a:buNone/>
              <a:defRPr sz="13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C1FD78A-3A3E-6EEE-50CC-C21D06C02A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724084" y="135600"/>
            <a:ext cx="1332000" cy="483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9614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al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11A66E65-22A4-472A-AF5C-D7272E0550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24084" y="135597"/>
            <a:ext cx="1332000" cy="483976"/>
          </a:xfrm>
          <a:prstGeom prst="rect">
            <a:avLst/>
          </a:prstGeom>
        </p:spPr>
      </p:pic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BC0722D8-89CE-06DD-588F-4CEAC5F19E3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43138" y="4435418"/>
            <a:ext cx="1728788" cy="180049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b="0" cap="none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Name</a:t>
            </a:r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B112F3F8-BD39-27D9-3601-4A53D6D3A7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43138" y="4711583"/>
            <a:ext cx="1728788" cy="110800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sz="800" b="0" cap="all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Position</a:t>
            </a:r>
          </a:p>
        </p:txBody>
      </p:sp>
      <p:sp>
        <p:nvSpPr>
          <p:cNvPr id="30" name="Textplatzhalter 7">
            <a:extLst>
              <a:ext uri="{FF2B5EF4-FFF2-40B4-BE49-F238E27FC236}">
                <a16:creationId xmlns:a16="http://schemas.microsoft.com/office/drawing/2014/main" id="{997701D7-7532-2444-CF83-3228951FD5D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41800" y="4435418"/>
            <a:ext cx="1728788" cy="180049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b="0" cap="none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Name</a:t>
            </a:r>
          </a:p>
        </p:txBody>
      </p:sp>
      <p:sp>
        <p:nvSpPr>
          <p:cNvPr id="31" name="Textplatzhalter 7">
            <a:extLst>
              <a:ext uri="{FF2B5EF4-FFF2-40B4-BE49-F238E27FC236}">
                <a16:creationId xmlns:a16="http://schemas.microsoft.com/office/drawing/2014/main" id="{19B79B6C-CFAD-0840-E9B5-CDBDA861D3F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241800" y="4711583"/>
            <a:ext cx="1728788" cy="110800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sz="800" b="0" cap="all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Position</a:t>
            </a:r>
          </a:p>
        </p:txBody>
      </p:sp>
      <p:sp>
        <p:nvSpPr>
          <p:cNvPr id="34" name="Textplatzhalter 7">
            <a:extLst>
              <a:ext uri="{FF2B5EF4-FFF2-40B4-BE49-F238E27FC236}">
                <a16:creationId xmlns:a16="http://schemas.microsoft.com/office/drawing/2014/main" id="{CF5D6C90-D1EC-5137-D9C3-1A2974291B2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40461" y="4435418"/>
            <a:ext cx="1728788" cy="180049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b="0" cap="none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Name</a:t>
            </a:r>
          </a:p>
        </p:txBody>
      </p:sp>
      <p:sp>
        <p:nvSpPr>
          <p:cNvPr id="35" name="Textplatzhalter 7">
            <a:extLst>
              <a:ext uri="{FF2B5EF4-FFF2-40B4-BE49-F238E27FC236}">
                <a16:creationId xmlns:a16="http://schemas.microsoft.com/office/drawing/2014/main" id="{6D1DC02A-BA06-7E2D-1159-2AF54C6BDA0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40461" y="4711583"/>
            <a:ext cx="1728788" cy="110800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sz="800" b="0" cap="all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Position</a:t>
            </a:r>
          </a:p>
        </p:txBody>
      </p:sp>
      <p:sp>
        <p:nvSpPr>
          <p:cNvPr id="38" name="Textplatzhalter 7">
            <a:extLst>
              <a:ext uri="{FF2B5EF4-FFF2-40B4-BE49-F238E27FC236}">
                <a16:creationId xmlns:a16="http://schemas.microsoft.com/office/drawing/2014/main" id="{181ADD18-9C73-5021-B9D3-1EF4E0C535A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220074" y="4435418"/>
            <a:ext cx="1728788" cy="180049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b="0" cap="none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Name</a:t>
            </a:r>
          </a:p>
        </p:txBody>
      </p:sp>
      <p:sp>
        <p:nvSpPr>
          <p:cNvPr id="39" name="Textplatzhalter 7">
            <a:extLst>
              <a:ext uri="{FF2B5EF4-FFF2-40B4-BE49-F238E27FC236}">
                <a16:creationId xmlns:a16="http://schemas.microsoft.com/office/drawing/2014/main" id="{1499AA8B-2A48-2BB9-A778-D12C935C25C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220074" y="4711583"/>
            <a:ext cx="1728788" cy="110800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sz="800" b="0" cap="all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Position</a:t>
            </a:r>
          </a:p>
        </p:txBody>
      </p:sp>
      <p:sp>
        <p:nvSpPr>
          <p:cNvPr id="46" name="Textplatzhalter 7">
            <a:extLst>
              <a:ext uri="{FF2B5EF4-FFF2-40B4-BE49-F238E27FC236}">
                <a16:creationId xmlns:a16="http://schemas.microsoft.com/office/drawing/2014/main" id="{02FDFC0A-F397-E9D5-ABD6-5B11FA072D7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199686" y="4435418"/>
            <a:ext cx="1728788" cy="180049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b="0" cap="none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Name</a:t>
            </a:r>
          </a:p>
        </p:txBody>
      </p:sp>
      <p:sp>
        <p:nvSpPr>
          <p:cNvPr id="47" name="Textplatzhalter 7">
            <a:extLst>
              <a:ext uri="{FF2B5EF4-FFF2-40B4-BE49-F238E27FC236}">
                <a16:creationId xmlns:a16="http://schemas.microsoft.com/office/drawing/2014/main" id="{E426A6C3-782A-0D30-619D-80D6F952F7C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199686" y="4711583"/>
            <a:ext cx="1728788" cy="110800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sz="800" b="0" cap="all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Position</a:t>
            </a:r>
          </a:p>
        </p:txBody>
      </p:sp>
      <p:sp>
        <p:nvSpPr>
          <p:cNvPr id="5" name="Untertitel 2">
            <a:extLst>
              <a:ext uri="{FF2B5EF4-FFF2-40B4-BE49-F238E27FC236}">
                <a16:creationId xmlns:a16="http://schemas.microsoft.com/office/drawing/2014/main" id="{C1E780AC-CCA4-A79B-28E4-34690CFA5D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524" y="199842"/>
            <a:ext cx="9685337" cy="219932"/>
          </a:xfrm>
        </p:spPr>
        <p:txBody>
          <a:bodyPr wrap="square">
            <a:spAutoFit/>
          </a:bodyPr>
          <a:lstStyle>
            <a:lvl1pPr marL="0" indent="0" algn="l">
              <a:buNone/>
              <a:defRPr sz="13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22" name="Bildplatzhalter 6">
            <a:extLst>
              <a:ext uri="{FF2B5EF4-FFF2-40B4-BE49-F238E27FC236}">
                <a16:creationId xmlns:a16="http://schemas.microsoft.com/office/drawing/2014/main" id="{6B4B8366-7A8E-043A-5415-1E3F927DB93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63525" y="657225"/>
            <a:ext cx="11661459" cy="3528010"/>
          </a:xfrm>
          <a:prstGeom prst="roundRect">
            <a:avLst>
              <a:gd name="adj" fmla="val 2568"/>
            </a:avLst>
          </a:prstGeo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Image</a:t>
            </a:r>
          </a:p>
        </p:txBody>
      </p:sp>
      <p:sp>
        <p:nvSpPr>
          <p:cNvPr id="23" name="Textplatzhalter 7">
            <a:extLst>
              <a:ext uri="{FF2B5EF4-FFF2-40B4-BE49-F238E27FC236}">
                <a16:creationId xmlns:a16="http://schemas.microsoft.com/office/drawing/2014/main" id="{3CA51E16-9446-314A-20A1-2A1656C04CB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63525" y="4435418"/>
            <a:ext cx="1728788" cy="180049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b="0" cap="none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Name</a:t>
            </a:r>
          </a:p>
        </p:txBody>
      </p:sp>
      <p:sp>
        <p:nvSpPr>
          <p:cNvPr id="24" name="Textplatzhalter 7">
            <a:extLst>
              <a:ext uri="{FF2B5EF4-FFF2-40B4-BE49-F238E27FC236}">
                <a16:creationId xmlns:a16="http://schemas.microsoft.com/office/drawing/2014/main" id="{4B26B1A6-6D05-8A6E-EB01-087610FFF52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63525" y="4711583"/>
            <a:ext cx="1728788" cy="110800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sz="800" b="0" cap="all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Position</a:t>
            </a:r>
          </a:p>
        </p:txBody>
      </p:sp>
      <p:sp>
        <p:nvSpPr>
          <p:cNvPr id="25" name="Textplatzhalter 7">
            <a:extLst>
              <a:ext uri="{FF2B5EF4-FFF2-40B4-BE49-F238E27FC236}">
                <a16:creationId xmlns:a16="http://schemas.microsoft.com/office/drawing/2014/main" id="{353E2B80-5FFB-9C9A-DF07-11026F462E4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243138" y="6020726"/>
            <a:ext cx="1728788" cy="180049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b="0" cap="none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Name</a:t>
            </a:r>
          </a:p>
        </p:txBody>
      </p:sp>
      <p:sp>
        <p:nvSpPr>
          <p:cNvPr id="26" name="Textplatzhalter 7">
            <a:extLst>
              <a:ext uri="{FF2B5EF4-FFF2-40B4-BE49-F238E27FC236}">
                <a16:creationId xmlns:a16="http://schemas.microsoft.com/office/drawing/2014/main" id="{E844A61F-827F-E2C8-B7DC-4C8B9645D5D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243138" y="6296891"/>
            <a:ext cx="1728788" cy="110800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sz="800" b="0" cap="all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Position</a:t>
            </a:r>
          </a:p>
        </p:txBody>
      </p:sp>
      <p:sp>
        <p:nvSpPr>
          <p:cNvPr id="27" name="Textplatzhalter 7">
            <a:extLst>
              <a:ext uri="{FF2B5EF4-FFF2-40B4-BE49-F238E27FC236}">
                <a16:creationId xmlns:a16="http://schemas.microsoft.com/office/drawing/2014/main" id="{C32CF0C5-98DF-EA84-F658-1111546A674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241800" y="6020726"/>
            <a:ext cx="1728788" cy="180049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b="0" cap="none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Name</a:t>
            </a:r>
          </a:p>
        </p:txBody>
      </p:sp>
      <p:sp>
        <p:nvSpPr>
          <p:cNvPr id="28" name="Textplatzhalter 7">
            <a:extLst>
              <a:ext uri="{FF2B5EF4-FFF2-40B4-BE49-F238E27FC236}">
                <a16:creationId xmlns:a16="http://schemas.microsoft.com/office/drawing/2014/main" id="{D79F07EB-2694-7577-EDA2-390C2A5073F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241800" y="6296891"/>
            <a:ext cx="1728788" cy="110800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sz="800" b="0" cap="all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Position</a:t>
            </a:r>
          </a:p>
        </p:txBody>
      </p:sp>
      <p:sp>
        <p:nvSpPr>
          <p:cNvPr id="41" name="Textplatzhalter 7">
            <a:extLst>
              <a:ext uri="{FF2B5EF4-FFF2-40B4-BE49-F238E27FC236}">
                <a16:creationId xmlns:a16="http://schemas.microsoft.com/office/drawing/2014/main" id="{9D7050E9-988F-F387-2503-B147A70A6A4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240461" y="6020726"/>
            <a:ext cx="1728788" cy="180049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b="0" cap="none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Name</a:t>
            </a:r>
          </a:p>
        </p:txBody>
      </p:sp>
      <p:sp>
        <p:nvSpPr>
          <p:cNvPr id="42" name="Textplatzhalter 7">
            <a:extLst>
              <a:ext uri="{FF2B5EF4-FFF2-40B4-BE49-F238E27FC236}">
                <a16:creationId xmlns:a16="http://schemas.microsoft.com/office/drawing/2014/main" id="{0E5F9C66-14FA-B68E-83D9-92F6FBFDA98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40461" y="6296891"/>
            <a:ext cx="1728788" cy="110800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sz="800" b="0" cap="all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Position</a:t>
            </a:r>
          </a:p>
        </p:txBody>
      </p:sp>
      <p:sp>
        <p:nvSpPr>
          <p:cNvPr id="43" name="Textplatzhalter 7">
            <a:extLst>
              <a:ext uri="{FF2B5EF4-FFF2-40B4-BE49-F238E27FC236}">
                <a16:creationId xmlns:a16="http://schemas.microsoft.com/office/drawing/2014/main" id="{DE1D3EAE-0B3D-2EEB-6622-D7DCBC78BD5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220074" y="6020726"/>
            <a:ext cx="1728788" cy="180049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b="0" cap="none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Name</a:t>
            </a:r>
          </a:p>
        </p:txBody>
      </p:sp>
      <p:sp>
        <p:nvSpPr>
          <p:cNvPr id="44" name="Textplatzhalter 7">
            <a:extLst>
              <a:ext uri="{FF2B5EF4-FFF2-40B4-BE49-F238E27FC236}">
                <a16:creationId xmlns:a16="http://schemas.microsoft.com/office/drawing/2014/main" id="{630201A4-472F-7AD3-44CB-F6874BE089A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220074" y="6296891"/>
            <a:ext cx="1728788" cy="110800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sz="800" b="0" cap="all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Position</a:t>
            </a:r>
          </a:p>
        </p:txBody>
      </p:sp>
      <p:sp>
        <p:nvSpPr>
          <p:cNvPr id="49" name="Textplatzhalter 7">
            <a:extLst>
              <a:ext uri="{FF2B5EF4-FFF2-40B4-BE49-F238E27FC236}">
                <a16:creationId xmlns:a16="http://schemas.microsoft.com/office/drawing/2014/main" id="{83324418-B694-A74A-09C9-14B6956E741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199686" y="6020726"/>
            <a:ext cx="1728788" cy="180049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b="0" cap="none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Name</a:t>
            </a:r>
          </a:p>
        </p:txBody>
      </p:sp>
      <p:sp>
        <p:nvSpPr>
          <p:cNvPr id="50" name="Textplatzhalter 7">
            <a:extLst>
              <a:ext uri="{FF2B5EF4-FFF2-40B4-BE49-F238E27FC236}">
                <a16:creationId xmlns:a16="http://schemas.microsoft.com/office/drawing/2014/main" id="{D835BA1F-1D3A-CA53-2142-381A9FFB2240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0199686" y="6296891"/>
            <a:ext cx="1728788" cy="110800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sz="800" b="0" cap="all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Position</a:t>
            </a:r>
          </a:p>
        </p:txBody>
      </p:sp>
      <p:sp>
        <p:nvSpPr>
          <p:cNvPr id="51" name="Textplatzhalter 7">
            <a:extLst>
              <a:ext uri="{FF2B5EF4-FFF2-40B4-BE49-F238E27FC236}">
                <a16:creationId xmlns:a16="http://schemas.microsoft.com/office/drawing/2014/main" id="{9153B369-B110-EB90-AC47-E298F54DDDA3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63525" y="6020726"/>
            <a:ext cx="1728788" cy="180049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b="0" cap="none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Name</a:t>
            </a:r>
          </a:p>
        </p:txBody>
      </p:sp>
      <p:sp>
        <p:nvSpPr>
          <p:cNvPr id="52" name="Textplatzhalter 7">
            <a:extLst>
              <a:ext uri="{FF2B5EF4-FFF2-40B4-BE49-F238E27FC236}">
                <a16:creationId xmlns:a16="http://schemas.microsoft.com/office/drawing/2014/main" id="{F27EAB50-CB48-8BF6-C521-40EA1BEE104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63525" y="6296891"/>
            <a:ext cx="1728788" cy="110800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sz="800" b="0" cap="all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Position</a:t>
            </a:r>
          </a:p>
        </p:txBody>
      </p:sp>
      <p:sp>
        <p:nvSpPr>
          <p:cNvPr id="53" name="Textplatzhalter 7">
            <a:extLst>
              <a:ext uri="{FF2B5EF4-FFF2-40B4-BE49-F238E27FC236}">
                <a16:creationId xmlns:a16="http://schemas.microsoft.com/office/drawing/2014/main" id="{E2C9B0AB-86DA-952A-C0EF-339150048D1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2243138" y="5228072"/>
            <a:ext cx="1728788" cy="180049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b="0" cap="none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Name</a:t>
            </a:r>
          </a:p>
        </p:txBody>
      </p:sp>
      <p:sp>
        <p:nvSpPr>
          <p:cNvPr id="54" name="Textplatzhalter 7">
            <a:extLst>
              <a:ext uri="{FF2B5EF4-FFF2-40B4-BE49-F238E27FC236}">
                <a16:creationId xmlns:a16="http://schemas.microsoft.com/office/drawing/2014/main" id="{4FC74E24-9017-BA67-B0D6-00371E381B01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243138" y="5504237"/>
            <a:ext cx="1728788" cy="110800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sz="800" b="0" cap="all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Position</a:t>
            </a:r>
          </a:p>
        </p:txBody>
      </p:sp>
      <p:sp>
        <p:nvSpPr>
          <p:cNvPr id="55" name="Textplatzhalter 7">
            <a:extLst>
              <a:ext uri="{FF2B5EF4-FFF2-40B4-BE49-F238E27FC236}">
                <a16:creationId xmlns:a16="http://schemas.microsoft.com/office/drawing/2014/main" id="{B616017E-9354-10A2-C5C1-E5A411C0C08A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241800" y="5228072"/>
            <a:ext cx="1728788" cy="180049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b="0" cap="none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Name</a:t>
            </a:r>
          </a:p>
        </p:txBody>
      </p:sp>
      <p:sp>
        <p:nvSpPr>
          <p:cNvPr id="56" name="Textplatzhalter 7">
            <a:extLst>
              <a:ext uri="{FF2B5EF4-FFF2-40B4-BE49-F238E27FC236}">
                <a16:creationId xmlns:a16="http://schemas.microsoft.com/office/drawing/2014/main" id="{1851946A-8FD3-C7D1-B289-A46A272D6429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4241800" y="5504237"/>
            <a:ext cx="1728788" cy="110800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sz="800" b="0" cap="all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Position</a:t>
            </a:r>
          </a:p>
        </p:txBody>
      </p:sp>
      <p:sp>
        <p:nvSpPr>
          <p:cNvPr id="57" name="Textplatzhalter 7">
            <a:extLst>
              <a:ext uri="{FF2B5EF4-FFF2-40B4-BE49-F238E27FC236}">
                <a16:creationId xmlns:a16="http://schemas.microsoft.com/office/drawing/2014/main" id="{679FC539-444B-A6EA-5E96-9B494BCB5664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240461" y="5228072"/>
            <a:ext cx="1728788" cy="180049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b="0" cap="none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Name</a:t>
            </a:r>
          </a:p>
        </p:txBody>
      </p:sp>
      <p:sp>
        <p:nvSpPr>
          <p:cNvPr id="58" name="Textplatzhalter 7">
            <a:extLst>
              <a:ext uri="{FF2B5EF4-FFF2-40B4-BE49-F238E27FC236}">
                <a16:creationId xmlns:a16="http://schemas.microsoft.com/office/drawing/2014/main" id="{12F5EEA5-2776-9F19-1AD6-40233CC10B1D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240461" y="5504237"/>
            <a:ext cx="1728788" cy="110800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sz="800" b="0" cap="all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Position</a:t>
            </a:r>
          </a:p>
        </p:txBody>
      </p:sp>
      <p:sp>
        <p:nvSpPr>
          <p:cNvPr id="59" name="Textplatzhalter 7">
            <a:extLst>
              <a:ext uri="{FF2B5EF4-FFF2-40B4-BE49-F238E27FC236}">
                <a16:creationId xmlns:a16="http://schemas.microsoft.com/office/drawing/2014/main" id="{AEC6F22C-8A71-EEED-A9D3-0C7A7273599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220074" y="5228072"/>
            <a:ext cx="1728788" cy="180049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b="0" cap="none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Name</a:t>
            </a:r>
          </a:p>
        </p:txBody>
      </p:sp>
      <p:sp>
        <p:nvSpPr>
          <p:cNvPr id="60" name="Textplatzhalter 7">
            <a:extLst>
              <a:ext uri="{FF2B5EF4-FFF2-40B4-BE49-F238E27FC236}">
                <a16:creationId xmlns:a16="http://schemas.microsoft.com/office/drawing/2014/main" id="{252DF050-D7F7-77DC-C788-815C4CA2CDE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8220074" y="5504237"/>
            <a:ext cx="1728788" cy="110800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sz="800" b="0" cap="all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Position</a:t>
            </a:r>
          </a:p>
        </p:txBody>
      </p:sp>
      <p:sp>
        <p:nvSpPr>
          <p:cNvPr id="61" name="Textplatzhalter 7">
            <a:extLst>
              <a:ext uri="{FF2B5EF4-FFF2-40B4-BE49-F238E27FC236}">
                <a16:creationId xmlns:a16="http://schemas.microsoft.com/office/drawing/2014/main" id="{2F615C7A-87AE-EFFB-5406-05D899D96073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0199686" y="5228072"/>
            <a:ext cx="1728788" cy="180049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b="0" cap="none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Name</a:t>
            </a:r>
          </a:p>
        </p:txBody>
      </p:sp>
      <p:sp>
        <p:nvSpPr>
          <p:cNvPr id="62" name="Textplatzhalter 7">
            <a:extLst>
              <a:ext uri="{FF2B5EF4-FFF2-40B4-BE49-F238E27FC236}">
                <a16:creationId xmlns:a16="http://schemas.microsoft.com/office/drawing/2014/main" id="{80B39213-2E47-C83F-B870-5008B6D2D483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0199686" y="5504237"/>
            <a:ext cx="1728788" cy="110800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sz="800" b="0" cap="all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Position</a:t>
            </a:r>
          </a:p>
        </p:txBody>
      </p:sp>
      <p:sp>
        <p:nvSpPr>
          <p:cNvPr id="63" name="Textplatzhalter 7">
            <a:extLst>
              <a:ext uri="{FF2B5EF4-FFF2-40B4-BE49-F238E27FC236}">
                <a16:creationId xmlns:a16="http://schemas.microsoft.com/office/drawing/2014/main" id="{EEB67570-8376-DAB7-85A2-A5F249510BCC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263525" y="5228072"/>
            <a:ext cx="1728788" cy="180049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b="0" cap="none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Name</a:t>
            </a:r>
          </a:p>
        </p:txBody>
      </p:sp>
      <p:sp>
        <p:nvSpPr>
          <p:cNvPr id="64" name="Textplatzhalter 7">
            <a:extLst>
              <a:ext uri="{FF2B5EF4-FFF2-40B4-BE49-F238E27FC236}">
                <a16:creationId xmlns:a16="http://schemas.microsoft.com/office/drawing/2014/main" id="{FB0EF38D-B677-8D31-00D0-187B99433F7C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63525" y="5504237"/>
            <a:ext cx="1728788" cy="110800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sz="800" b="0" cap="all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Position</a:t>
            </a:r>
          </a:p>
        </p:txBody>
      </p:sp>
    </p:spTree>
    <p:extLst>
      <p:ext uri="{BB962C8B-B14F-4D97-AF65-F5344CB8AC3E}">
        <p14:creationId xmlns:p14="http://schemas.microsoft.com/office/powerpoint/2010/main" val="44584029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fiv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11A66E65-22A4-472A-AF5C-D7272E0550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24084" y="135597"/>
            <a:ext cx="1332000" cy="48397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E47DC23-5AC9-D898-8C77-5EA6E1587EF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8660" y="592141"/>
            <a:ext cx="11719813" cy="615553"/>
          </a:xfrm>
        </p:spPr>
        <p:txBody>
          <a:bodyPr anchor="t" anchorCtr="0">
            <a:spAutoFit/>
          </a:bodyPr>
          <a:lstStyle>
            <a:lvl1pPr algn="l">
              <a:lnSpc>
                <a:spcPct val="80000"/>
              </a:lnSpc>
              <a:defRPr sz="5000" cap="all" baseline="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hEADLINE</a:t>
            </a:r>
            <a:endParaRPr lang="de-DE"/>
          </a:p>
        </p:txBody>
      </p:sp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468E5D27-35C7-28BD-8780-B9A40B609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26486" y="6445624"/>
            <a:ext cx="3741177" cy="180000"/>
          </a:xfrm>
        </p:spPr>
        <p:txBody>
          <a:bodyPr/>
          <a:lstStyle/>
          <a:p>
            <a:endParaRPr lang="de-DE"/>
          </a:p>
        </p:txBody>
      </p:sp>
      <p:sp>
        <p:nvSpPr>
          <p:cNvPr id="11" name="Foliennummernplatzhalter 5">
            <a:extLst>
              <a:ext uri="{FF2B5EF4-FFF2-40B4-BE49-F238E27FC236}">
                <a16:creationId xmlns:a16="http://schemas.microsoft.com/office/drawing/2014/main" id="{AEBA483A-6BDA-35AB-958E-A8914F097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1835" y="6445624"/>
            <a:ext cx="1726639" cy="180000"/>
          </a:xfrm>
        </p:spPr>
        <p:txBody>
          <a:bodyPr/>
          <a:lstStyle/>
          <a:p>
            <a:fld id="{CD4E02FD-C3A1-7C44-8124-2051456A821D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C11DD44F-FF51-4E16-A3B8-4D17464BD1FB}"/>
              </a:ext>
            </a:extLst>
          </p:cNvPr>
          <p:cNvSpPr txBox="1"/>
          <p:nvPr userDrawn="1"/>
        </p:nvSpPr>
        <p:spPr>
          <a:xfrm>
            <a:off x="263526" y="6445624"/>
            <a:ext cx="1728788" cy="18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4" name="Bildplatzhalter 6">
            <a:extLst>
              <a:ext uri="{FF2B5EF4-FFF2-40B4-BE49-F238E27FC236}">
                <a16:creationId xmlns:a16="http://schemas.microsoft.com/office/drawing/2014/main" id="{512F8111-2EDA-7E5B-C97A-EAAA716DA5C7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243137" y="1916113"/>
            <a:ext cx="1728789" cy="2141858"/>
          </a:xfrm>
          <a:prstGeom prst="roundRect">
            <a:avLst>
              <a:gd name="adj" fmla="val 8935"/>
            </a:avLst>
          </a:prstGeo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Image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BC0722D8-89CE-06DD-588F-4CEAC5F19E3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43138" y="4245654"/>
            <a:ext cx="1728788" cy="180049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b="0" cap="none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Name</a:t>
            </a:r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B112F3F8-BD39-27D9-3601-4A53D6D3A7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43138" y="4521819"/>
            <a:ext cx="1728788" cy="110800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sz="800" b="0" cap="all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Position</a:t>
            </a:r>
          </a:p>
        </p:txBody>
      </p:sp>
      <p:sp>
        <p:nvSpPr>
          <p:cNvPr id="29" name="Bildplatzhalter 6">
            <a:extLst>
              <a:ext uri="{FF2B5EF4-FFF2-40B4-BE49-F238E27FC236}">
                <a16:creationId xmlns:a16="http://schemas.microsoft.com/office/drawing/2014/main" id="{99B07E5C-AE55-2650-80DD-8077102016B0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241799" y="1916113"/>
            <a:ext cx="1728789" cy="2141858"/>
          </a:xfrm>
          <a:prstGeom prst="roundRect">
            <a:avLst>
              <a:gd name="adj" fmla="val 8935"/>
            </a:avLst>
          </a:prstGeo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Image</a:t>
            </a:r>
          </a:p>
        </p:txBody>
      </p:sp>
      <p:sp>
        <p:nvSpPr>
          <p:cNvPr id="30" name="Textplatzhalter 7">
            <a:extLst>
              <a:ext uri="{FF2B5EF4-FFF2-40B4-BE49-F238E27FC236}">
                <a16:creationId xmlns:a16="http://schemas.microsoft.com/office/drawing/2014/main" id="{997701D7-7532-2444-CF83-3228951FD5D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41800" y="4245654"/>
            <a:ext cx="1728788" cy="180049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b="0" cap="none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Name</a:t>
            </a:r>
          </a:p>
        </p:txBody>
      </p:sp>
      <p:sp>
        <p:nvSpPr>
          <p:cNvPr id="31" name="Textplatzhalter 7">
            <a:extLst>
              <a:ext uri="{FF2B5EF4-FFF2-40B4-BE49-F238E27FC236}">
                <a16:creationId xmlns:a16="http://schemas.microsoft.com/office/drawing/2014/main" id="{19B79B6C-CFAD-0840-E9B5-CDBDA861D3F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241800" y="4521819"/>
            <a:ext cx="1728788" cy="110800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sz="800" b="0" cap="all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Position</a:t>
            </a:r>
          </a:p>
        </p:txBody>
      </p:sp>
      <p:sp>
        <p:nvSpPr>
          <p:cNvPr id="33" name="Bildplatzhalter 6">
            <a:extLst>
              <a:ext uri="{FF2B5EF4-FFF2-40B4-BE49-F238E27FC236}">
                <a16:creationId xmlns:a16="http://schemas.microsoft.com/office/drawing/2014/main" id="{D0F38A79-D78F-C262-DC42-773ABBC0A106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240460" y="1916113"/>
            <a:ext cx="1728789" cy="2141858"/>
          </a:xfrm>
          <a:prstGeom prst="roundRect">
            <a:avLst>
              <a:gd name="adj" fmla="val 8935"/>
            </a:avLst>
          </a:prstGeo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Image</a:t>
            </a:r>
          </a:p>
        </p:txBody>
      </p:sp>
      <p:sp>
        <p:nvSpPr>
          <p:cNvPr id="34" name="Textplatzhalter 7">
            <a:extLst>
              <a:ext uri="{FF2B5EF4-FFF2-40B4-BE49-F238E27FC236}">
                <a16:creationId xmlns:a16="http://schemas.microsoft.com/office/drawing/2014/main" id="{CF5D6C90-D1EC-5137-D9C3-1A2974291B2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40461" y="4245654"/>
            <a:ext cx="1728788" cy="180049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b="0" cap="none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Name</a:t>
            </a:r>
          </a:p>
        </p:txBody>
      </p:sp>
      <p:sp>
        <p:nvSpPr>
          <p:cNvPr id="35" name="Textplatzhalter 7">
            <a:extLst>
              <a:ext uri="{FF2B5EF4-FFF2-40B4-BE49-F238E27FC236}">
                <a16:creationId xmlns:a16="http://schemas.microsoft.com/office/drawing/2014/main" id="{6D1DC02A-BA06-7E2D-1159-2AF54C6BDA0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40461" y="4521819"/>
            <a:ext cx="1728788" cy="110800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sz="800" b="0" cap="all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Position</a:t>
            </a:r>
          </a:p>
        </p:txBody>
      </p:sp>
      <p:sp>
        <p:nvSpPr>
          <p:cNvPr id="37" name="Bildplatzhalter 6">
            <a:extLst>
              <a:ext uri="{FF2B5EF4-FFF2-40B4-BE49-F238E27FC236}">
                <a16:creationId xmlns:a16="http://schemas.microsoft.com/office/drawing/2014/main" id="{4CC3E39A-C5D6-2F73-9AA2-2EB5CD6895C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220073" y="1916113"/>
            <a:ext cx="1728789" cy="2141858"/>
          </a:xfrm>
          <a:prstGeom prst="roundRect">
            <a:avLst>
              <a:gd name="adj" fmla="val 8935"/>
            </a:avLst>
          </a:prstGeo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Image</a:t>
            </a:r>
          </a:p>
        </p:txBody>
      </p:sp>
      <p:sp>
        <p:nvSpPr>
          <p:cNvPr id="38" name="Textplatzhalter 7">
            <a:extLst>
              <a:ext uri="{FF2B5EF4-FFF2-40B4-BE49-F238E27FC236}">
                <a16:creationId xmlns:a16="http://schemas.microsoft.com/office/drawing/2014/main" id="{181ADD18-9C73-5021-B9D3-1EF4E0C535A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220074" y="4245654"/>
            <a:ext cx="1728788" cy="180049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b="0" cap="none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Name</a:t>
            </a:r>
          </a:p>
        </p:txBody>
      </p:sp>
      <p:sp>
        <p:nvSpPr>
          <p:cNvPr id="39" name="Textplatzhalter 7">
            <a:extLst>
              <a:ext uri="{FF2B5EF4-FFF2-40B4-BE49-F238E27FC236}">
                <a16:creationId xmlns:a16="http://schemas.microsoft.com/office/drawing/2014/main" id="{1499AA8B-2A48-2BB9-A778-D12C935C25C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220074" y="4521819"/>
            <a:ext cx="1728788" cy="110800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sz="800" b="0" cap="all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Position</a:t>
            </a:r>
          </a:p>
        </p:txBody>
      </p:sp>
      <p:sp>
        <p:nvSpPr>
          <p:cNvPr id="45" name="Bildplatzhalter 6">
            <a:extLst>
              <a:ext uri="{FF2B5EF4-FFF2-40B4-BE49-F238E27FC236}">
                <a16:creationId xmlns:a16="http://schemas.microsoft.com/office/drawing/2014/main" id="{26FA2257-C19F-17AE-A154-651FC25A3BF2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10199685" y="1916113"/>
            <a:ext cx="1728789" cy="2141858"/>
          </a:xfrm>
          <a:prstGeom prst="roundRect">
            <a:avLst>
              <a:gd name="adj" fmla="val 8935"/>
            </a:avLst>
          </a:prstGeo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Image</a:t>
            </a:r>
          </a:p>
        </p:txBody>
      </p:sp>
      <p:sp>
        <p:nvSpPr>
          <p:cNvPr id="46" name="Textplatzhalter 7">
            <a:extLst>
              <a:ext uri="{FF2B5EF4-FFF2-40B4-BE49-F238E27FC236}">
                <a16:creationId xmlns:a16="http://schemas.microsoft.com/office/drawing/2014/main" id="{02FDFC0A-F397-E9D5-ABD6-5B11FA072D7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199686" y="4245654"/>
            <a:ext cx="1728788" cy="180049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b="0" cap="none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Name</a:t>
            </a:r>
          </a:p>
        </p:txBody>
      </p:sp>
      <p:sp>
        <p:nvSpPr>
          <p:cNvPr id="47" name="Textplatzhalter 7">
            <a:extLst>
              <a:ext uri="{FF2B5EF4-FFF2-40B4-BE49-F238E27FC236}">
                <a16:creationId xmlns:a16="http://schemas.microsoft.com/office/drawing/2014/main" id="{E426A6C3-782A-0D30-619D-80D6F952F7C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199686" y="4521819"/>
            <a:ext cx="1728788" cy="110800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sz="800" b="0" cap="all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Position</a:t>
            </a:r>
          </a:p>
        </p:txBody>
      </p:sp>
      <p:sp>
        <p:nvSpPr>
          <p:cNvPr id="48" name="Textplatzhalter 7">
            <a:extLst>
              <a:ext uri="{FF2B5EF4-FFF2-40B4-BE49-F238E27FC236}">
                <a16:creationId xmlns:a16="http://schemas.microsoft.com/office/drawing/2014/main" id="{E44FA2BF-671F-37F7-DDE3-26665F015FB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43138" y="5068184"/>
            <a:ext cx="1728788" cy="230195"/>
          </a:xfrm>
          <a:prstGeom prst="round2DiagRect">
            <a:avLst/>
          </a:prstGeom>
          <a:ln w="6350">
            <a:solidFill>
              <a:schemeClr val="bg1"/>
            </a:solidFill>
          </a:ln>
        </p:spPr>
        <p:txBody>
          <a:bodyPr wrap="square" lIns="36000" tIns="36000" rIns="36000" bIns="36000" anchor="t" anchorCtr="0">
            <a:spAutoFit/>
          </a:bodyPr>
          <a:lstStyle>
            <a:lvl1pPr marL="171450" indent="-1714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800" b="0" cap="none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Quote</a:t>
            </a:r>
          </a:p>
        </p:txBody>
      </p:sp>
      <p:sp>
        <p:nvSpPr>
          <p:cNvPr id="5" name="Untertitel 2">
            <a:extLst>
              <a:ext uri="{FF2B5EF4-FFF2-40B4-BE49-F238E27FC236}">
                <a16:creationId xmlns:a16="http://schemas.microsoft.com/office/drawing/2014/main" id="{C1E780AC-CCA4-A79B-28E4-34690CFA5D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524" y="199842"/>
            <a:ext cx="9685337" cy="219932"/>
          </a:xfrm>
        </p:spPr>
        <p:txBody>
          <a:bodyPr wrap="square">
            <a:spAutoFit/>
          </a:bodyPr>
          <a:lstStyle>
            <a:lvl1pPr marL="0" indent="0" algn="l">
              <a:buNone/>
              <a:defRPr sz="13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78A89F8C-5C56-C5FE-6ED3-6AC611E3D36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24338" y="5068184"/>
            <a:ext cx="1728788" cy="230195"/>
          </a:xfrm>
          <a:prstGeom prst="round2DiagRect">
            <a:avLst/>
          </a:prstGeom>
          <a:ln w="6350">
            <a:solidFill>
              <a:schemeClr val="bg1"/>
            </a:solidFill>
          </a:ln>
        </p:spPr>
        <p:txBody>
          <a:bodyPr wrap="square" lIns="36000" tIns="36000" rIns="36000" bIns="36000" anchor="t" anchorCtr="0">
            <a:spAutoFit/>
          </a:bodyPr>
          <a:lstStyle>
            <a:lvl1pPr marL="171450" indent="-1714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800" b="0" cap="none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Quote</a:t>
            </a:r>
          </a:p>
        </p:txBody>
      </p:sp>
      <p:sp>
        <p:nvSpPr>
          <p:cNvPr id="16" name="Textplatzhalter 7">
            <a:extLst>
              <a:ext uri="{FF2B5EF4-FFF2-40B4-BE49-F238E27FC236}">
                <a16:creationId xmlns:a16="http://schemas.microsoft.com/office/drawing/2014/main" id="{2B46F5DE-45DC-AFA4-A93F-DC1B29B3DA9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238873" y="5068184"/>
            <a:ext cx="1728788" cy="230195"/>
          </a:xfrm>
          <a:prstGeom prst="round2DiagRect">
            <a:avLst/>
          </a:prstGeom>
          <a:ln w="6350">
            <a:solidFill>
              <a:schemeClr val="bg1"/>
            </a:solidFill>
          </a:ln>
        </p:spPr>
        <p:txBody>
          <a:bodyPr wrap="square" lIns="36000" tIns="36000" rIns="36000" bIns="36000" anchor="t" anchorCtr="0">
            <a:spAutoFit/>
          </a:bodyPr>
          <a:lstStyle>
            <a:lvl1pPr marL="171450" indent="-1714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800" b="0" cap="none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Quote</a:t>
            </a:r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CB226773-06F6-8CCA-0C2C-77EB35721AC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220073" y="5068184"/>
            <a:ext cx="1728788" cy="230195"/>
          </a:xfrm>
          <a:prstGeom prst="round2DiagRect">
            <a:avLst/>
          </a:prstGeom>
          <a:ln w="6350">
            <a:solidFill>
              <a:schemeClr val="bg1"/>
            </a:solidFill>
          </a:ln>
        </p:spPr>
        <p:txBody>
          <a:bodyPr wrap="square" lIns="36000" tIns="36000" rIns="36000" bIns="36000" anchor="t" anchorCtr="0">
            <a:spAutoFit/>
          </a:bodyPr>
          <a:lstStyle>
            <a:lvl1pPr marL="171450" indent="-1714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800" b="0" cap="none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Quote</a:t>
            </a:r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C786C59E-4F3F-28FF-CD42-0A73F896C47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0199688" y="5068184"/>
            <a:ext cx="1728788" cy="230195"/>
          </a:xfrm>
          <a:prstGeom prst="round2DiagRect">
            <a:avLst/>
          </a:prstGeom>
          <a:ln w="6350">
            <a:solidFill>
              <a:schemeClr val="bg1"/>
            </a:solidFill>
          </a:ln>
        </p:spPr>
        <p:txBody>
          <a:bodyPr wrap="square" lIns="36000" tIns="36000" rIns="36000" bIns="36000" anchor="t" anchorCtr="0">
            <a:spAutoFit/>
          </a:bodyPr>
          <a:lstStyle>
            <a:lvl1pPr marL="171450" indent="-1714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800" b="0" cap="none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Quote</a:t>
            </a:r>
          </a:p>
        </p:txBody>
      </p:sp>
    </p:spTree>
    <p:extLst>
      <p:ext uri="{BB962C8B-B14F-4D97-AF65-F5344CB8AC3E}">
        <p14:creationId xmlns:p14="http://schemas.microsoft.com/office/powerpoint/2010/main" val="26399019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tw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47DC23-5AC9-D898-8C77-5EA6E1587EF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8660" y="265766"/>
            <a:ext cx="11719813" cy="430887"/>
          </a:xfrm>
        </p:spPr>
        <p:txBody>
          <a:bodyPr anchor="t" anchorCtr="0">
            <a:spAutoFit/>
          </a:bodyPr>
          <a:lstStyle>
            <a:lvl1pPr algn="l">
              <a:lnSpc>
                <a:spcPct val="80000"/>
              </a:lnSpc>
              <a:defRPr sz="3500" cap="all" baseline="0">
                <a:solidFill>
                  <a:schemeClr val="tx1"/>
                </a:solidFill>
              </a:defRPr>
            </a:lvl1pPr>
          </a:lstStyle>
          <a:p>
            <a:r>
              <a:rPr lang="de-DE" err="1"/>
              <a:t>hEADLINE</a:t>
            </a:r>
            <a:endParaRPr lang="de-DE"/>
          </a:p>
        </p:txBody>
      </p:sp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468E5D27-35C7-28BD-8780-B9A40B609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26486" y="6445624"/>
            <a:ext cx="3741177" cy="18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1" name="Foliennummernplatzhalter 5">
            <a:extLst>
              <a:ext uri="{FF2B5EF4-FFF2-40B4-BE49-F238E27FC236}">
                <a16:creationId xmlns:a16="http://schemas.microsoft.com/office/drawing/2014/main" id="{AEBA483A-6BDA-35AB-958E-A8914F097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1835" y="6445624"/>
            <a:ext cx="1726639" cy="18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D4E02FD-C3A1-7C44-8124-2051456A821D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C11DD44F-FF51-4E16-A3B8-4D17464BD1FB}"/>
              </a:ext>
            </a:extLst>
          </p:cNvPr>
          <p:cNvSpPr txBox="1"/>
          <p:nvPr userDrawn="1"/>
        </p:nvSpPr>
        <p:spPr>
          <a:xfrm>
            <a:off x="263526" y="6445624"/>
            <a:ext cx="1728788" cy="18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CONFIDENTIAL</a:t>
            </a:r>
          </a:p>
        </p:txBody>
      </p:sp>
      <p:sp>
        <p:nvSpPr>
          <p:cNvPr id="14" name="Bildplatzhalter 6">
            <a:extLst>
              <a:ext uri="{FF2B5EF4-FFF2-40B4-BE49-F238E27FC236}">
                <a16:creationId xmlns:a16="http://schemas.microsoft.com/office/drawing/2014/main" id="{512F8111-2EDA-7E5B-C97A-EAAA716DA5C7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63526" y="1916113"/>
            <a:ext cx="2736000" cy="3254361"/>
          </a:xfrm>
          <a:prstGeom prst="roundRect">
            <a:avLst>
              <a:gd name="adj" fmla="val 5128"/>
            </a:avLst>
          </a:prstGeom>
          <a:noFill/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Image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BC0722D8-89CE-06DD-588F-4CEAC5F19E3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359943" y="4543979"/>
            <a:ext cx="2485271" cy="338426"/>
          </a:xfrm>
        </p:spPr>
        <p:txBody>
          <a:bodyPr wrap="square" anchor="b" anchorCtr="0">
            <a:spAutoFit/>
          </a:bodyPr>
          <a:lstStyle>
            <a:lvl1pPr marL="0" indent="0">
              <a:buNone/>
              <a:defRPr sz="2000" b="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Name</a:t>
            </a:r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B112F3F8-BD39-27D9-3601-4A53D6D3A7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59943" y="4901225"/>
            <a:ext cx="2485271" cy="169213"/>
          </a:xfrm>
        </p:spPr>
        <p:txBody>
          <a:bodyPr wrap="square" anchor="b" anchorCtr="0">
            <a:sp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Position</a:t>
            </a:r>
          </a:p>
        </p:txBody>
      </p:sp>
      <p:sp>
        <p:nvSpPr>
          <p:cNvPr id="48" name="Textplatzhalter 7">
            <a:extLst>
              <a:ext uri="{FF2B5EF4-FFF2-40B4-BE49-F238E27FC236}">
                <a16:creationId xmlns:a16="http://schemas.microsoft.com/office/drawing/2014/main" id="{E44FA2BF-671F-37F7-DDE3-26665F015FB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234588" y="2434474"/>
            <a:ext cx="2736000" cy="2736000"/>
          </a:xfrm>
          <a:prstGeom prst="round2DiagRect">
            <a:avLst>
              <a:gd name="adj1" fmla="val 5245"/>
              <a:gd name="adj2" fmla="val 0"/>
            </a:avLst>
          </a:prstGeom>
          <a:ln w="6350">
            <a:solidFill>
              <a:schemeClr val="tx1"/>
            </a:solidFill>
          </a:ln>
        </p:spPr>
        <p:txBody>
          <a:bodyPr wrap="square" lIns="72000" tIns="108000" rIns="72000" bIns="36000" anchor="t" anchorCtr="0">
            <a:noAutofit/>
          </a:bodyPr>
          <a:lstStyle>
            <a:lvl1pPr marL="357188" indent="-357188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20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tabLst/>
              <a:defRPr sz="1000" b="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Quote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FD7F7B6-E85E-EDF8-FB1E-2ADF4616A5B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45924" y="453551"/>
            <a:ext cx="4443790" cy="950052"/>
          </a:xfrm>
          <a:prstGeom prst="rect">
            <a:avLst/>
          </a:prstGeom>
        </p:spPr>
      </p:pic>
      <p:sp>
        <p:nvSpPr>
          <p:cNvPr id="6" name="Bildplatzhalter 6">
            <a:extLst>
              <a:ext uri="{FF2B5EF4-FFF2-40B4-BE49-F238E27FC236}">
                <a16:creationId xmlns:a16="http://schemas.microsoft.com/office/drawing/2014/main" id="{B4B1C1B4-4CD2-B2B6-F95F-CCAA9AED0C40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6224488" y="1916113"/>
            <a:ext cx="2736000" cy="3254361"/>
          </a:xfrm>
          <a:prstGeom prst="roundRect">
            <a:avLst>
              <a:gd name="adj" fmla="val 5128"/>
            </a:avLst>
          </a:prstGeom>
          <a:noFill/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Image</a:t>
            </a:r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47E9E7DC-C013-71ED-F472-3DDC9F04E2A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320905" y="4543979"/>
            <a:ext cx="2485271" cy="338426"/>
          </a:xfrm>
        </p:spPr>
        <p:txBody>
          <a:bodyPr wrap="square" anchor="b" anchorCtr="0">
            <a:spAutoFit/>
          </a:bodyPr>
          <a:lstStyle>
            <a:lvl1pPr marL="0" indent="0">
              <a:buNone/>
              <a:defRPr sz="2000" b="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Name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D8947EA-6D66-5262-4054-DD5BB693CCA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320905" y="4901225"/>
            <a:ext cx="2485271" cy="169213"/>
          </a:xfrm>
        </p:spPr>
        <p:txBody>
          <a:bodyPr wrap="square" anchor="b" anchorCtr="0">
            <a:sp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Position</a:t>
            </a:r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BCF2DD9B-1735-352B-AAFF-2545E5495A9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95550" y="2434474"/>
            <a:ext cx="2736000" cy="2736000"/>
          </a:xfrm>
          <a:prstGeom prst="round2DiagRect">
            <a:avLst>
              <a:gd name="adj1" fmla="val 5245"/>
              <a:gd name="adj2" fmla="val 0"/>
            </a:avLst>
          </a:prstGeom>
          <a:ln w="6350">
            <a:solidFill>
              <a:schemeClr val="tx1"/>
            </a:solidFill>
          </a:ln>
        </p:spPr>
        <p:txBody>
          <a:bodyPr wrap="square" lIns="72000" tIns="108000" rIns="72000" bIns="36000" anchor="t" anchorCtr="0">
            <a:noAutofit/>
          </a:bodyPr>
          <a:lstStyle>
            <a:lvl1pPr marL="357188" indent="-357188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20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tabLst/>
              <a:defRPr sz="1000" b="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Quote</a:t>
            </a:r>
          </a:p>
        </p:txBody>
      </p:sp>
    </p:spTree>
    <p:extLst>
      <p:ext uri="{BB962C8B-B14F-4D97-AF65-F5344CB8AC3E}">
        <p14:creationId xmlns:p14="http://schemas.microsoft.com/office/powerpoint/2010/main" val="31486693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Pers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11A66E65-22A4-472A-AF5C-D7272E0550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24084" y="135597"/>
            <a:ext cx="1332000" cy="48397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E47DC23-5AC9-D898-8C77-5EA6E1587EF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25" y="256901"/>
            <a:ext cx="5707064" cy="400324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1300" cap="all" baseline="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hEADLINE</a:t>
            </a:r>
            <a:endParaRPr lang="de-DE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6BA412AB-9F99-73DF-2537-21E8EEBA7AA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63524" y="657225"/>
            <a:ext cx="5707064" cy="5940426"/>
          </a:xfrm>
          <a:prstGeom prst="roundRect">
            <a:avLst>
              <a:gd name="adj" fmla="val 2568"/>
            </a:avLst>
          </a:prstGeo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Image</a:t>
            </a:r>
          </a:p>
        </p:txBody>
      </p:sp>
      <p:sp>
        <p:nvSpPr>
          <p:cNvPr id="23" name="Textplatzhalter 11">
            <a:extLst>
              <a:ext uri="{FF2B5EF4-FFF2-40B4-BE49-F238E27FC236}">
                <a16:creationId xmlns:a16="http://schemas.microsoft.com/office/drawing/2014/main" id="{811D298E-807B-41EB-394F-FFFC9EDC884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34675" y="6126946"/>
            <a:ext cx="2327360" cy="601447"/>
          </a:xfrm>
        </p:spPr>
        <p:txBody>
          <a:bodyPr vert="horz" wrap="square" anchor="t" anchorCtr="0">
            <a:spAutoFit/>
          </a:bodyPr>
          <a:lstStyle>
            <a:lvl1pPr marL="0" indent="0" algn="l">
              <a:buNone/>
              <a:defRPr sz="3500" cap="all" baseline="0">
                <a:solidFill>
                  <a:schemeClr val="bg2"/>
                </a:solidFill>
                <a:latin typeface="Wavetable" pitchFamily="8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XXX</a:t>
            </a:r>
          </a:p>
        </p:txBody>
      </p:sp>
      <p:cxnSp>
        <p:nvCxnSpPr>
          <p:cNvPr id="24" name="Gerade Verbindung 23">
            <a:extLst>
              <a:ext uri="{FF2B5EF4-FFF2-40B4-BE49-F238E27FC236}">
                <a16:creationId xmlns:a16="http://schemas.microsoft.com/office/drawing/2014/main" id="{086D264C-2FFF-A998-820D-648FECA2273B}"/>
              </a:ext>
            </a:extLst>
          </p:cNvPr>
          <p:cNvCxnSpPr>
            <a:cxnSpLocks/>
          </p:cNvCxnSpPr>
          <p:nvPr userDrawn="1"/>
        </p:nvCxnSpPr>
        <p:spPr>
          <a:xfrm flipV="1">
            <a:off x="6238874" y="5601749"/>
            <a:ext cx="0" cy="99590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platzhalter 7">
            <a:extLst>
              <a:ext uri="{FF2B5EF4-FFF2-40B4-BE49-F238E27FC236}">
                <a16:creationId xmlns:a16="http://schemas.microsoft.com/office/drawing/2014/main" id="{D78BF497-AFAA-328B-DCFD-C55977C90F6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38462" y="5601749"/>
            <a:ext cx="2327360" cy="219932"/>
          </a:xfrm>
        </p:spPr>
        <p:txBody>
          <a:bodyPr wrap="square" anchor="b" anchorCtr="0">
            <a:spAutoFit/>
          </a:bodyPr>
          <a:lstStyle>
            <a:lvl1pPr marL="0" indent="0">
              <a:buNone/>
              <a:defRPr cap="all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Headline</a:t>
            </a:r>
          </a:p>
        </p:txBody>
      </p:sp>
      <p:sp>
        <p:nvSpPr>
          <p:cNvPr id="3" name="Textplatzhalter 7">
            <a:extLst>
              <a:ext uri="{FF2B5EF4-FFF2-40B4-BE49-F238E27FC236}">
                <a16:creationId xmlns:a16="http://schemas.microsoft.com/office/drawing/2014/main" id="{A8B9C110-36C9-3E0B-F7CE-C43F5F69624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8874" y="1122272"/>
            <a:ext cx="5707063" cy="484748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tabLst>
                <a:tab pos="1368425" algn="l"/>
              </a:tabLst>
              <a:defRPr sz="3500" b="0" cap="all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Vorname          Name</a:t>
            </a:r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C62E3483-1F58-A5E7-6BFC-925F59DAD84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38875" y="1806266"/>
            <a:ext cx="5707064" cy="207749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sz="1500" b="0" cap="all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Position</a:t>
            </a:r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420A3721-63E9-2DA8-7460-733D876CC0B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38875" y="2240266"/>
            <a:ext cx="5707064" cy="2841020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500" b="0" cap="none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CD8E15D3-7CE5-16C6-B445-7CD9656ED2E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476459" y="1122272"/>
            <a:ext cx="776288" cy="765338"/>
          </a:xfrm>
        </p:spPr>
        <p:txBody>
          <a:bodyPr wrap="square" anchor="t" anchorCtr="0">
            <a:spAutoFit/>
          </a:bodyPr>
          <a:lstStyle>
            <a:lvl1pPr marL="0" indent="0" algn="ctr">
              <a:buNone/>
              <a:defRPr sz="5500" b="0" cap="none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🥨</a:t>
            </a:r>
          </a:p>
        </p:txBody>
      </p:sp>
      <p:sp>
        <p:nvSpPr>
          <p:cNvPr id="34" name="Textplatzhalter 11">
            <a:extLst>
              <a:ext uri="{FF2B5EF4-FFF2-40B4-BE49-F238E27FC236}">
                <a16:creationId xmlns:a16="http://schemas.microsoft.com/office/drawing/2014/main" id="{6435B932-4D65-243D-6572-765459F880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597328" y="6126946"/>
            <a:ext cx="2327360" cy="601447"/>
          </a:xfrm>
        </p:spPr>
        <p:txBody>
          <a:bodyPr vert="horz" wrap="square" anchor="t" anchorCtr="0">
            <a:spAutoFit/>
          </a:bodyPr>
          <a:lstStyle>
            <a:lvl1pPr marL="0" indent="0" algn="l">
              <a:buNone/>
              <a:defRPr sz="3500" cap="all" baseline="0">
                <a:solidFill>
                  <a:schemeClr val="bg2"/>
                </a:solidFill>
                <a:latin typeface="Wavetable" pitchFamily="8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XXX</a:t>
            </a:r>
          </a:p>
        </p:txBody>
      </p:sp>
      <p:cxnSp>
        <p:nvCxnSpPr>
          <p:cNvPr id="35" name="Gerade Verbindung 34">
            <a:extLst>
              <a:ext uri="{FF2B5EF4-FFF2-40B4-BE49-F238E27FC236}">
                <a16:creationId xmlns:a16="http://schemas.microsoft.com/office/drawing/2014/main" id="{E5040666-889D-0234-1033-D0B2A694D7B3}"/>
              </a:ext>
            </a:extLst>
          </p:cNvPr>
          <p:cNvCxnSpPr>
            <a:cxnSpLocks/>
          </p:cNvCxnSpPr>
          <p:nvPr userDrawn="1"/>
        </p:nvCxnSpPr>
        <p:spPr>
          <a:xfrm flipV="1">
            <a:off x="9401527" y="5601749"/>
            <a:ext cx="0" cy="99590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platzhalter 7">
            <a:extLst>
              <a:ext uri="{FF2B5EF4-FFF2-40B4-BE49-F238E27FC236}">
                <a16:creationId xmlns:a16="http://schemas.microsoft.com/office/drawing/2014/main" id="{E81000F7-D78B-2730-AA5C-EED750C2AD0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601115" y="5601749"/>
            <a:ext cx="2327360" cy="219932"/>
          </a:xfrm>
        </p:spPr>
        <p:txBody>
          <a:bodyPr wrap="square" anchor="b" anchorCtr="0">
            <a:spAutoFit/>
          </a:bodyPr>
          <a:lstStyle>
            <a:lvl1pPr marL="0" indent="0">
              <a:buNone/>
              <a:defRPr cap="all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94736030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hor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11A66E65-22A4-472A-AF5C-D7272E0550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24084" y="135597"/>
            <a:ext cx="1332000" cy="48397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E47DC23-5AC9-D898-8C77-5EA6E1587EF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25" y="256901"/>
            <a:ext cx="5707064" cy="400324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1300" cap="all" baseline="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hEADLINE</a:t>
            </a:r>
            <a:endParaRPr lang="de-DE"/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C62E3483-1F58-A5E7-6BFC-925F59DAD84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57654" y="3627438"/>
            <a:ext cx="3710009" cy="169213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sz="1000" b="0" cap="all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Name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3FB5250C-D1D9-E74E-DB16-3D0828044B4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224337" y="2786990"/>
            <a:ext cx="7704137" cy="642010"/>
          </a:xfrm>
          <a:prstGeom prst="round2DiagRect">
            <a:avLst/>
          </a:prstGeom>
          <a:ln w="6350">
            <a:solidFill>
              <a:schemeClr val="bg1"/>
            </a:solidFill>
          </a:ln>
        </p:spPr>
        <p:txBody>
          <a:bodyPr wrap="square" lIns="36000" tIns="36000" rIns="36000" bIns="36000" anchor="b" anchorCtr="0">
            <a:spAutoFit/>
          </a:bodyPr>
          <a:lstStyle>
            <a:lvl1pPr marL="495300" indent="-4953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tabLst/>
              <a:defRPr sz="3000" b="0" cap="none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Quote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23DBC44-FFA9-9967-6655-499F51F06EA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167149" y="3627438"/>
            <a:ext cx="2759056" cy="169213"/>
          </a:xfrm>
        </p:spPr>
        <p:txBody>
          <a:bodyPr wrap="square" anchor="t" anchorCtr="0">
            <a:spAutoFit/>
          </a:bodyPr>
          <a:lstStyle>
            <a:lvl1pPr marL="0" indent="0" algn="r">
              <a:buNone/>
              <a:defRPr sz="1000" b="0" cap="all" baseline="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Source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3ADF1746-8D94-3BB5-BB15-2AC05F842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26486" y="6445624"/>
            <a:ext cx="3741177" cy="180000"/>
          </a:xfrm>
        </p:spPr>
        <p:txBody>
          <a:bodyPr/>
          <a:lstStyle/>
          <a:p>
            <a:endParaRPr lang="de-DE"/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921BE0B0-DF92-A116-C4CB-BD70DD148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1835" y="6445624"/>
            <a:ext cx="1726639" cy="180000"/>
          </a:xfrm>
        </p:spPr>
        <p:txBody>
          <a:bodyPr/>
          <a:lstStyle/>
          <a:p>
            <a:fld id="{CD4E02FD-C3A1-7C44-8124-2051456A821D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A3184F3-1ED4-EA42-65AC-DE7B0B425E96}"/>
              </a:ext>
            </a:extLst>
          </p:cNvPr>
          <p:cNvSpPr txBox="1"/>
          <p:nvPr userDrawn="1"/>
        </p:nvSpPr>
        <p:spPr>
          <a:xfrm>
            <a:off x="263526" y="6445624"/>
            <a:ext cx="1728788" cy="18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4" name="Bildplatzhalter 6">
            <a:extLst>
              <a:ext uri="{FF2B5EF4-FFF2-40B4-BE49-F238E27FC236}">
                <a16:creationId xmlns:a16="http://schemas.microsoft.com/office/drawing/2014/main" id="{C466EBB5-2C6B-42B0-2CDE-7D5F950E9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63524" y="657225"/>
            <a:ext cx="3708397" cy="5543550"/>
          </a:xfrm>
          <a:prstGeom prst="roundRect">
            <a:avLst>
              <a:gd name="adj" fmla="val 4129"/>
            </a:avLst>
          </a:prstGeo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210198113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o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11A66E65-22A4-472A-AF5C-D7272E0550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24084" y="135597"/>
            <a:ext cx="1332000" cy="48397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E47DC23-5AC9-D898-8C77-5EA6E1587EF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25" y="256901"/>
            <a:ext cx="5707064" cy="400324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1300" cap="all" baseline="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hEADLINE</a:t>
            </a:r>
            <a:endParaRPr lang="de-DE"/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C62E3483-1F58-A5E7-6BFC-925F59DAD84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57654" y="5799844"/>
            <a:ext cx="3710009" cy="169213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sz="1000" b="0" cap="all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Name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3FB5250C-D1D9-E74E-DB16-3D0828044B4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224337" y="5146540"/>
            <a:ext cx="7704137" cy="454866"/>
          </a:xfrm>
          <a:prstGeom prst="round2DiagRect">
            <a:avLst/>
          </a:prstGeom>
          <a:ln w="6350">
            <a:solidFill>
              <a:schemeClr val="bg1"/>
            </a:solidFill>
          </a:ln>
        </p:spPr>
        <p:txBody>
          <a:bodyPr wrap="square" lIns="36000" tIns="36000" rIns="36000" bIns="36000" anchor="b" anchorCtr="0">
            <a:spAutoFit/>
          </a:bodyPr>
          <a:lstStyle>
            <a:lvl1pPr marL="495300" indent="-4953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tabLst/>
              <a:defRPr sz="2000" b="0" cap="none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Quote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23DBC44-FFA9-9967-6655-499F51F06EA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167149" y="5799844"/>
            <a:ext cx="2759056" cy="169213"/>
          </a:xfrm>
        </p:spPr>
        <p:txBody>
          <a:bodyPr wrap="square" anchor="t" anchorCtr="0">
            <a:spAutoFit/>
          </a:bodyPr>
          <a:lstStyle>
            <a:lvl1pPr marL="0" indent="0" algn="r">
              <a:buNone/>
              <a:defRPr sz="1000" b="0" cap="all" baseline="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Source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3ADF1746-8D94-3BB5-BB15-2AC05F842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26486" y="6445624"/>
            <a:ext cx="3741177" cy="180000"/>
          </a:xfrm>
        </p:spPr>
        <p:txBody>
          <a:bodyPr/>
          <a:lstStyle/>
          <a:p>
            <a:endParaRPr lang="de-DE"/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921BE0B0-DF92-A116-C4CB-BD70DD148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1835" y="6445624"/>
            <a:ext cx="1726639" cy="180000"/>
          </a:xfrm>
        </p:spPr>
        <p:txBody>
          <a:bodyPr/>
          <a:lstStyle/>
          <a:p>
            <a:fld id="{CD4E02FD-C3A1-7C44-8124-2051456A821D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A3184F3-1ED4-EA42-65AC-DE7B0B425E96}"/>
              </a:ext>
            </a:extLst>
          </p:cNvPr>
          <p:cNvSpPr txBox="1"/>
          <p:nvPr userDrawn="1"/>
        </p:nvSpPr>
        <p:spPr>
          <a:xfrm>
            <a:off x="263526" y="6445624"/>
            <a:ext cx="1728788" cy="18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3" name="Bildplatzhalter 6">
            <a:extLst>
              <a:ext uri="{FF2B5EF4-FFF2-40B4-BE49-F238E27FC236}">
                <a16:creationId xmlns:a16="http://schemas.microsoft.com/office/drawing/2014/main" id="{F1BDC20D-696A-A81B-28C9-7CA4DE70EE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63524" y="657225"/>
            <a:ext cx="3708397" cy="5292725"/>
          </a:xfrm>
          <a:prstGeom prst="roundRect">
            <a:avLst>
              <a:gd name="adj" fmla="val 4129"/>
            </a:avLst>
          </a:prstGeo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15673697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fik 20">
            <a:extLst>
              <a:ext uri="{FF2B5EF4-FFF2-40B4-BE49-F238E27FC236}">
                <a16:creationId xmlns:a16="http://schemas.microsoft.com/office/drawing/2014/main" id="{DC7F4DD4-70CB-985B-4A7F-E0482FA2DE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5924" y="453551"/>
            <a:ext cx="4443790" cy="950052"/>
          </a:xfrm>
          <a:prstGeom prst="rect">
            <a:avLst/>
          </a:prstGeom>
        </p:spPr>
      </p:pic>
      <p:sp>
        <p:nvSpPr>
          <p:cNvPr id="22" name="Bildplatzhalter 6">
            <a:extLst>
              <a:ext uri="{FF2B5EF4-FFF2-40B4-BE49-F238E27FC236}">
                <a16:creationId xmlns:a16="http://schemas.microsoft.com/office/drawing/2014/main" id="{98256CC4-9BF0-1485-D066-462B570E0790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251619" y="2255520"/>
            <a:ext cx="2345564" cy="2721594"/>
          </a:xfrm>
          <a:prstGeom prst="roundRect">
            <a:avLst>
              <a:gd name="adj" fmla="val 5296"/>
            </a:avLst>
          </a:prstGeo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Image</a:t>
            </a:r>
          </a:p>
        </p:txBody>
      </p:sp>
      <p:sp>
        <p:nvSpPr>
          <p:cNvPr id="23" name="Textplatzhalter 7">
            <a:extLst>
              <a:ext uri="{FF2B5EF4-FFF2-40B4-BE49-F238E27FC236}">
                <a16:creationId xmlns:a16="http://schemas.microsoft.com/office/drawing/2014/main" id="{6D6521FD-6417-2A61-4C74-079BA274C3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784765" y="3344019"/>
            <a:ext cx="3141832" cy="338426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sz="2000" b="0" cap="none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Name</a:t>
            </a:r>
          </a:p>
        </p:txBody>
      </p:sp>
      <p:sp>
        <p:nvSpPr>
          <p:cNvPr id="24" name="Textplatzhalter 7">
            <a:extLst>
              <a:ext uri="{FF2B5EF4-FFF2-40B4-BE49-F238E27FC236}">
                <a16:creationId xmlns:a16="http://schemas.microsoft.com/office/drawing/2014/main" id="{5B26D823-367B-38F5-860E-CB952B9317D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84765" y="3718382"/>
            <a:ext cx="3141832" cy="169213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sz="1000" b="0" cap="all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Position</a:t>
            </a:r>
          </a:p>
        </p:txBody>
      </p:sp>
      <p:sp>
        <p:nvSpPr>
          <p:cNvPr id="25" name="Textplatzhalter 7">
            <a:extLst>
              <a:ext uri="{FF2B5EF4-FFF2-40B4-BE49-F238E27FC236}">
                <a16:creationId xmlns:a16="http://schemas.microsoft.com/office/drawing/2014/main" id="{638DF8DB-DFDB-9AF9-61ED-A284605217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84765" y="3999762"/>
            <a:ext cx="3141832" cy="459998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300" b="0" u="sng" cap="none" baseline="0">
                <a:solidFill>
                  <a:schemeClr val="bg2"/>
                </a:solidFill>
              </a:defRPr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 err="1"/>
              <a:t>name.surname@onethousand.ai</a:t>
            </a:r>
            <a:endParaRPr lang="de-DE"/>
          </a:p>
          <a:p>
            <a:pPr lvl="0"/>
            <a:r>
              <a:rPr lang="de-DE"/>
              <a:t>+49 00 000 000 000</a:t>
            </a:r>
          </a:p>
        </p:txBody>
      </p:sp>
      <p:cxnSp>
        <p:nvCxnSpPr>
          <p:cNvPr id="26" name="Gerade Verbindung 25">
            <a:extLst>
              <a:ext uri="{FF2B5EF4-FFF2-40B4-BE49-F238E27FC236}">
                <a16:creationId xmlns:a16="http://schemas.microsoft.com/office/drawing/2014/main" id="{35BEE545-5EA6-EBCB-9C47-BB7648B47B73}"/>
              </a:ext>
            </a:extLst>
          </p:cNvPr>
          <p:cNvCxnSpPr>
            <a:cxnSpLocks/>
          </p:cNvCxnSpPr>
          <p:nvPr userDrawn="1"/>
        </p:nvCxnSpPr>
        <p:spPr>
          <a:xfrm>
            <a:off x="6258169" y="5560730"/>
            <a:ext cx="5668428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feld 43">
            <a:extLst>
              <a:ext uri="{FF2B5EF4-FFF2-40B4-BE49-F238E27FC236}">
                <a16:creationId xmlns:a16="http://schemas.microsoft.com/office/drawing/2014/main" id="{01499D27-6A56-492F-7345-1B85394C72D4}"/>
              </a:ext>
            </a:extLst>
          </p:cNvPr>
          <p:cNvSpPr txBox="1"/>
          <p:nvPr userDrawn="1"/>
        </p:nvSpPr>
        <p:spPr>
          <a:xfrm>
            <a:off x="6254773" y="5756530"/>
            <a:ext cx="3711796" cy="2000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1300" b="0" cap="none" baseline="0" err="1">
                <a:solidFill>
                  <a:schemeClr val="bg1"/>
                </a:solidFill>
              </a:rPr>
              <a:t>We</a:t>
            </a:r>
            <a:r>
              <a:rPr lang="de-DE" sz="1300" b="0" cap="none" baseline="0">
                <a:solidFill>
                  <a:schemeClr val="bg1"/>
                </a:solidFill>
              </a:rPr>
              <a:t> </a:t>
            </a:r>
            <a:r>
              <a:rPr lang="de-DE" sz="1300" b="0" cap="none" baseline="0" err="1">
                <a:solidFill>
                  <a:schemeClr val="bg1"/>
                </a:solidFill>
              </a:rPr>
              <a:t>build</a:t>
            </a:r>
            <a:r>
              <a:rPr lang="de-DE" sz="1300" b="0" cap="none" baseline="0">
                <a:solidFill>
                  <a:schemeClr val="bg1"/>
                </a:solidFill>
              </a:rPr>
              <a:t> AI </a:t>
            </a:r>
            <a:r>
              <a:rPr lang="de-DE" sz="1300" b="0" cap="none" baseline="0" err="1">
                <a:solidFill>
                  <a:schemeClr val="bg1"/>
                </a:solidFill>
              </a:rPr>
              <a:t>with</a:t>
            </a:r>
            <a:r>
              <a:rPr lang="de-DE" sz="1300" b="0" cap="none" baseline="0">
                <a:solidFill>
                  <a:schemeClr val="bg1"/>
                </a:solidFill>
              </a:rPr>
              <a:t>  </a:t>
            </a:r>
            <a:r>
              <a:rPr lang="de-DE" sz="1100" b="0"/>
              <a:t>💖 </a:t>
            </a:r>
            <a:r>
              <a:rPr lang="de-DE" sz="1300" b="0" cap="none" baseline="0">
                <a:solidFill>
                  <a:schemeClr val="bg1"/>
                </a:solidFill>
              </a:rPr>
              <a:t> in Berlin Kreuzberg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F05EDBA3-0145-4BC8-E4A1-5649D578F9CB}"/>
              </a:ext>
            </a:extLst>
          </p:cNvPr>
          <p:cNvSpPr txBox="1"/>
          <p:nvPr userDrawn="1"/>
        </p:nvSpPr>
        <p:spPr>
          <a:xfrm>
            <a:off x="10199688" y="5788690"/>
            <a:ext cx="1615962" cy="43082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de-DE" sz="800" b="0" cap="none" baseline="0">
                <a:solidFill>
                  <a:schemeClr val="bg1"/>
                </a:solidFill>
              </a:rPr>
              <a:t>LEAD </a:t>
            </a:r>
            <a:r>
              <a:rPr lang="de-DE" sz="800" b="0" cap="none" baseline="0" err="1">
                <a:solidFill>
                  <a:schemeClr val="bg1"/>
                </a:solidFill>
              </a:rPr>
              <a:t>Machine</a:t>
            </a:r>
            <a:r>
              <a:rPr lang="de-DE" sz="800" b="0" cap="none" baseline="0">
                <a:solidFill>
                  <a:schemeClr val="bg1"/>
                </a:solidFill>
              </a:rPr>
              <a:t> Learning GmbH </a:t>
            </a:r>
          </a:p>
          <a:p>
            <a:pPr>
              <a:lnSpc>
                <a:spcPct val="120000"/>
              </a:lnSpc>
            </a:pPr>
            <a:r>
              <a:rPr lang="de-DE" sz="800" b="0" cap="none" baseline="0">
                <a:solidFill>
                  <a:schemeClr val="bg1"/>
                </a:solidFill>
              </a:rPr>
              <a:t>Leuschnerdamm 13 </a:t>
            </a:r>
          </a:p>
          <a:p>
            <a:pPr>
              <a:lnSpc>
                <a:spcPct val="120000"/>
              </a:lnSpc>
            </a:pPr>
            <a:r>
              <a:rPr lang="de-DE" sz="800" b="0" cap="none" baseline="0">
                <a:solidFill>
                  <a:schemeClr val="bg1"/>
                </a:solidFill>
              </a:rPr>
              <a:t>10999 Berlin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FB5358FE-0A94-1DF0-2DCE-E10024299D57}"/>
              </a:ext>
            </a:extLst>
          </p:cNvPr>
          <p:cNvSpPr txBox="1">
            <a:spLocks/>
          </p:cNvSpPr>
          <p:nvPr userDrawn="1"/>
        </p:nvSpPr>
        <p:spPr>
          <a:xfrm>
            <a:off x="208660" y="265766"/>
            <a:ext cx="11719813" cy="430887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5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>
                <a:solidFill>
                  <a:schemeClr val="bg1"/>
                </a:solidFill>
              </a:rPr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30273294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47DC23-5AC9-D898-8C77-5EA6E1587EF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25" y="657225"/>
            <a:ext cx="9685338" cy="2436849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6000" cap="all" baseline="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hEADLINE</a:t>
            </a:r>
            <a:endParaRPr lang="de-DE"/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B2CF24D3-5A2C-0185-D112-ED6AF0C611C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11458" y="529634"/>
            <a:ext cx="776288" cy="765338"/>
          </a:xfrm>
        </p:spPr>
        <p:txBody>
          <a:bodyPr wrap="square" anchor="t" anchorCtr="0">
            <a:spAutoFit/>
          </a:bodyPr>
          <a:lstStyle>
            <a:lvl1pPr marL="0" indent="0" algn="ctr">
              <a:buNone/>
              <a:defRPr sz="5500" b="0" cap="none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🫶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69A1B71-5E19-9E1F-FD4E-3931ECB48B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-459661" y="5135286"/>
            <a:ext cx="10316039" cy="2205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6241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yline Lim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liennummernplatzhalter 5">
            <a:extLst>
              <a:ext uri="{FF2B5EF4-FFF2-40B4-BE49-F238E27FC236}">
                <a16:creationId xmlns:a16="http://schemas.microsoft.com/office/drawing/2014/main" id="{AEBA483A-6BDA-35AB-958E-A8914F097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1835" y="6445624"/>
            <a:ext cx="1726639" cy="18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D4E02FD-C3A1-7C44-8124-2051456A821D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" name="Untertitel 2">
            <a:extLst>
              <a:ext uri="{FF2B5EF4-FFF2-40B4-BE49-F238E27FC236}">
                <a16:creationId xmlns:a16="http://schemas.microsoft.com/office/drawing/2014/main" id="{C1E780AC-CCA4-A79B-28E4-34690CFA5D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525" y="199842"/>
            <a:ext cx="5707064" cy="219932"/>
          </a:xfrm>
        </p:spPr>
        <p:txBody>
          <a:bodyPr wrap="square">
            <a:spAutoFit/>
          </a:bodyPr>
          <a:lstStyle>
            <a:lvl1pPr marL="0" indent="0" algn="l">
              <a:buNone/>
              <a:defRPr sz="130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744EB1A-8369-3524-5583-F79CA467BB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724084" y="135600"/>
            <a:ext cx="1332000" cy="483969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9E579BB1-EE88-ACB6-91B5-A5BB698FA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9925" y="663423"/>
            <a:ext cx="7759002" cy="492443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80000"/>
              </a:lnSpc>
              <a:defRPr sz="4000" cap="all" baseline="0">
                <a:solidFill>
                  <a:schemeClr val="tx1"/>
                </a:solidFill>
              </a:defRPr>
            </a:lvl1pPr>
          </a:lstStyle>
          <a:p>
            <a:r>
              <a:rPr lang="de-DE" err="1"/>
              <a:t>hEADLINE</a:t>
            </a:r>
            <a:endParaRPr lang="de-DE"/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550F7B34-0B9B-BC41-92A2-9B19566EFC0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67312" y="1867537"/>
            <a:ext cx="1728786" cy="219932"/>
          </a:xfrm>
        </p:spPr>
        <p:txBody>
          <a:bodyPr wrap="square" anchor="b" anchorCtr="0">
            <a:spAutoFit/>
          </a:bodyPr>
          <a:lstStyle>
            <a:lvl1pPr marL="0" indent="0">
              <a:buNone/>
              <a:defRPr cap="all" baseline="0">
                <a:solidFill>
                  <a:schemeClr val="tx1"/>
                </a:solidFill>
              </a:defRPr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Day 1 </a:t>
            </a:r>
          </a:p>
        </p:txBody>
      </p:sp>
      <p:sp>
        <p:nvSpPr>
          <p:cNvPr id="6" name="Textplatzhalter 11">
            <a:extLst>
              <a:ext uri="{FF2B5EF4-FFF2-40B4-BE49-F238E27FC236}">
                <a16:creationId xmlns:a16="http://schemas.microsoft.com/office/drawing/2014/main" id="{E3FDE957-A4C9-2BA2-97EE-006EA9BA8656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263525" y="2455304"/>
            <a:ext cx="737289" cy="577200"/>
          </a:xfrm>
          <a:prstGeom prst="roundRect">
            <a:avLst/>
          </a:prstGeom>
          <a:solidFill>
            <a:schemeClr val="tx2"/>
          </a:solidFill>
          <a:ln w="6350">
            <a:solidFill>
              <a:schemeClr val="accent1"/>
            </a:solidFill>
          </a:ln>
        </p:spPr>
        <p:txBody>
          <a:bodyPr vert="horz" wrap="square" lIns="36000" tIns="36000" rIns="36000" bIns="36000" anchor="ctr" anchorCtr="0">
            <a:noAutofit/>
          </a:bodyPr>
          <a:lstStyle>
            <a:lvl1pPr marL="0" indent="0" algn="ctr">
              <a:buClr>
                <a:schemeClr val="accent2"/>
              </a:buClr>
              <a:buFont typeface="+mj-lt"/>
              <a:buNone/>
              <a:tabLst/>
              <a:defRPr sz="800" b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6D06C640-CBB1-772B-1072-6C8D38156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3526" y="6445624"/>
            <a:ext cx="3708400" cy="18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CONFIDENTIAL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0E1DD413-7559-B5EE-C568-CE3BE49E2141}"/>
              </a:ext>
            </a:extLst>
          </p:cNvPr>
          <p:cNvSpPr txBox="1"/>
          <p:nvPr userDrawn="1"/>
        </p:nvSpPr>
        <p:spPr>
          <a:xfrm>
            <a:off x="4226486" y="6445624"/>
            <a:ext cx="1744101" cy="18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© 2019-2026 ONE THOUSAND</a:t>
            </a:r>
          </a:p>
        </p:txBody>
      </p:sp>
      <p:sp>
        <p:nvSpPr>
          <p:cNvPr id="16" name="Textplatzhalter 3">
            <a:extLst>
              <a:ext uri="{FF2B5EF4-FFF2-40B4-BE49-F238E27FC236}">
                <a16:creationId xmlns:a16="http://schemas.microsoft.com/office/drawing/2014/main" id="{7A335C53-8DB7-5557-BBDE-8F8EED40F41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3524" y="6341754"/>
            <a:ext cx="5707063" cy="179388"/>
          </a:xfrm>
        </p:spPr>
        <p:txBody>
          <a:bodyPr/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200" indent="0">
              <a:buNone/>
              <a:defRPr sz="800"/>
            </a:lvl2pPr>
            <a:lvl3pPr marL="914400" indent="0">
              <a:buNone/>
              <a:defRPr sz="800"/>
            </a:lvl3pPr>
            <a:lvl4pPr marL="1371600" indent="0">
              <a:buNone/>
              <a:defRPr sz="800"/>
            </a:lvl4pPr>
            <a:lvl5pPr marL="1828800" indent="0">
              <a:buNone/>
              <a:defRPr sz="800"/>
            </a:lvl5pPr>
          </a:lstStyle>
          <a:p>
            <a:pPr lvl="0"/>
            <a:r>
              <a:rPr lang="de-DE"/>
              <a:t>Quellenangabe:</a:t>
            </a:r>
          </a:p>
        </p:txBody>
      </p:sp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32B2EAC6-519F-4473-1D9C-0A2FA0284132}"/>
              </a:ext>
            </a:extLst>
          </p:cNvPr>
          <p:cNvCxnSpPr>
            <a:cxnSpLocks/>
          </p:cNvCxnSpPr>
          <p:nvPr userDrawn="1"/>
        </p:nvCxnSpPr>
        <p:spPr>
          <a:xfrm flipV="1">
            <a:off x="272451" y="2206621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150DD2A5-6FE7-5391-1321-CF378E35D354}"/>
              </a:ext>
            </a:extLst>
          </p:cNvPr>
          <p:cNvSpPr txBox="1"/>
          <p:nvPr userDrawn="1"/>
        </p:nvSpPr>
        <p:spPr>
          <a:xfrm>
            <a:off x="353695" y="2235880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08:00</a:t>
            </a:r>
          </a:p>
        </p:txBody>
      </p:sp>
      <p:sp>
        <p:nvSpPr>
          <p:cNvPr id="43" name="Textplatzhalter 11">
            <a:extLst>
              <a:ext uri="{FF2B5EF4-FFF2-40B4-BE49-F238E27FC236}">
                <a16:creationId xmlns:a16="http://schemas.microsoft.com/office/drawing/2014/main" id="{72E5DC06-CD5F-FC27-43A0-E45A0BC5F84E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75387" y="3304026"/>
            <a:ext cx="980390" cy="407494"/>
          </a:xfrm>
        </p:spPr>
        <p:txBody>
          <a:bodyPr vert="horz" wrap="square" anchor="t" anchorCtr="0">
            <a:noAutofit/>
          </a:bodyPr>
          <a:lstStyle>
            <a:lvl1pPr marL="0" indent="0" algn="l">
              <a:buClr>
                <a:schemeClr val="accent2"/>
              </a:buClr>
              <a:buFont typeface="+mj-lt"/>
              <a:buNone/>
              <a:tabLst/>
              <a:defRPr sz="8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cxnSp>
        <p:nvCxnSpPr>
          <p:cNvPr id="44" name="Gerade Verbindung 43">
            <a:extLst>
              <a:ext uri="{FF2B5EF4-FFF2-40B4-BE49-F238E27FC236}">
                <a16:creationId xmlns:a16="http://schemas.microsoft.com/office/drawing/2014/main" id="{0BB9BA33-524C-8E0E-A41A-696A6C2FFA23}"/>
              </a:ext>
            </a:extLst>
          </p:cNvPr>
          <p:cNvCxnSpPr>
            <a:cxnSpLocks/>
          </p:cNvCxnSpPr>
          <p:nvPr userDrawn="1"/>
        </p:nvCxnSpPr>
        <p:spPr>
          <a:xfrm flipV="1">
            <a:off x="1000952" y="2206621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44">
            <a:extLst>
              <a:ext uri="{FF2B5EF4-FFF2-40B4-BE49-F238E27FC236}">
                <a16:creationId xmlns:a16="http://schemas.microsoft.com/office/drawing/2014/main" id="{78FF01E3-6F98-8A0D-3AA3-560E1AEE762E}"/>
              </a:ext>
            </a:extLst>
          </p:cNvPr>
          <p:cNvCxnSpPr>
            <a:cxnSpLocks/>
          </p:cNvCxnSpPr>
          <p:nvPr userDrawn="1"/>
        </p:nvCxnSpPr>
        <p:spPr>
          <a:xfrm flipV="1">
            <a:off x="1729453" y="2206621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45">
            <a:extLst>
              <a:ext uri="{FF2B5EF4-FFF2-40B4-BE49-F238E27FC236}">
                <a16:creationId xmlns:a16="http://schemas.microsoft.com/office/drawing/2014/main" id="{731C0902-8EF1-CC94-8FA3-4999A7C964C5}"/>
              </a:ext>
            </a:extLst>
          </p:cNvPr>
          <p:cNvCxnSpPr>
            <a:cxnSpLocks/>
          </p:cNvCxnSpPr>
          <p:nvPr userDrawn="1"/>
        </p:nvCxnSpPr>
        <p:spPr>
          <a:xfrm flipV="1">
            <a:off x="2457954" y="2206621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46">
            <a:extLst>
              <a:ext uri="{FF2B5EF4-FFF2-40B4-BE49-F238E27FC236}">
                <a16:creationId xmlns:a16="http://schemas.microsoft.com/office/drawing/2014/main" id="{D0013E60-E436-9FA0-A67A-672049652093}"/>
              </a:ext>
            </a:extLst>
          </p:cNvPr>
          <p:cNvCxnSpPr>
            <a:cxnSpLocks/>
          </p:cNvCxnSpPr>
          <p:nvPr userDrawn="1"/>
        </p:nvCxnSpPr>
        <p:spPr>
          <a:xfrm flipV="1">
            <a:off x="3186455" y="2206621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47">
            <a:extLst>
              <a:ext uri="{FF2B5EF4-FFF2-40B4-BE49-F238E27FC236}">
                <a16:creationId xmlns:a16="http://schemas.microsoft.com/office/drawing/2014/main" id="{1FE928CF-7B08-34A1-5579-66FF627866C0}"/>
              </a:ext>
            </a:extLst>
          </p:cNvPr>
          <p:cNvCxnSpPr>
            <a:cxnSpLocks/>
          </p:cNvCxnSpPr>
          <p:nvPr userDrawn="1"/>
        </p:nvCxnSpPr>
        <p:spPr>
          <a:xfrm flipV="1">
            <a:off x="3914956" y="2206621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48">
            <a:extLst>
              <a:ext uri="{FF2B5EF4-FFF2-40B4-BE49-F238E27FC236}">
                <a16:creationId xmlns:a16="http://schemas.microsoft.com/office/drawing/2014/main" id="{05A057C6-60D8-A79A-959F-64A316008FAA}"/>
              </a:ext>
            </a:extLst>
          </p:cNvPr>
          <p:cNvCxnSpPr>
            <a:cxnSpLocks/>
          </p:cNvCxnSpPr>
          <p:nvPr userDrawn="1"/>
        </p:nvCxnSpPr>
        <p:spPr>
          <a:xfrm flipV="1">
            <a:off x="4643457" y="2206621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49">
            <a:extLst>
              <a:ext uri="{FF2B5EF4-FFF2-40B4-BE49-F238E27FC236}">
                <a16:creationId xmlns:a16="http://schemas.microsoft.com/office/drawing/2014/main" id="{1FC22A99-92A5-DC5A-6D42-ED25D2DCDDD1}"/>
              </a:ext>
            </a:extLst>
          </p:cNvPr>
          <p:cNvCxnSpPr>
            <a:cxnSpLocks/>
          </p:cNvCxnSpPr>
          <p:nvPr userDrawn="1"/>
        </p:nvCxnSpPr>
        <p:spPr>
          <a:xfrm flipV="1">
            <a:off x="5371958" y="2206621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50">
            <a:extLst>
              <a:ext uri="{FF2B5EF4-FFF2-40B4-BE49-F238E27FC236}">
                <a16:creationId xmlns:a16="http://schemas.microsoft.com/office/drawing/2014/main" id="{206F5C8A-90ED-D7E2-92F1-8B90B13E0B3F}"/>
              </a:ext>
            </a:extLst>
          </p:cNvPr>
          <p:cNvCxnSpPr>
            <a:cxnSpLocks/>
          </p:cNvCxnSpPr>
          <p:nvPr userDrawn="1"/>
        </p:nvCxnSpPr>
        <p:spPr>
          <a:xfrm flipV="1">
            <a:off x="6100459" y="2206621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51">
            <a:extLst>
              <a:ext uri="{FF2B5EF4-FFF2-40B4-BE49-F238E27FC236}">
                <a16:creationId xmlns:a16="http://schemas.microsoft.com/office/drawing/2014/main" id="{F91B3197-0921-3106-42D6-523D1F5D21D3}"/>
              </a:ext>
            </a:extLst>
          </p:cNvPr>
          <p:cNvCxnSpPr>
            <a:cxnSpLocks/>
          </p:cNvCxnSpPr>
          <p:nvPr userDrawn="1"/>
        </p:nvCxnSpPr>
        <p:spPr>
          <a:xfrm flipV="1">
            <a:off x="6828960" y="2206621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52">
            <a:extLst>
              <a:ext uri="{FF2B5EF4-FFF2-40B4-BE49-F238E27FC236}">
                <a16:creationId xmlns:a16="http://schemas.microsoft.com/office/drawing/2014/main" id="{29C5DE5D-C3A4-AF7B-D8BA-F07FDAEC6D02}"/>
              </a:ext>
            </a:extLst>
          </p:cNvPr>
          <p:cNvCxnSpPr>
            <a:cxnSpLocks/>
          </p:cNvCxnSpPr>
          <p:nvPr userDrawn="1"/>
        </p:nvCxnSpPr>
        <p:spPr>
          <a:xfrm flipV="1">
            <a:off x="7557461" y="2206621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53">
            <a:extLst>
              <a:ext uri="{FF2B5EF4-FFF2-40B4-BE49-F238E27FC236}">
                <a16:creationId xmlns:a16="http://schemas.microsoft.com/office/drawing/2014/main" id="{802B2EF1-63DB-B3C6-4C8D-BEA9B2F15B97}"/>
              </a:ext>
            </a:extLst>
          </p:cNvPr>
          <p:cNvCxnSpPr>
            <a:cxnSpLocks/>
          </p:cNvCxnSpPr>
          <p:nvPr userDrawn="1"/>
        </p:nvCxnSpPr>
        <p:spPr>
          <a:xfrm flipV="1">
            <a:off x="8285962" y="2206621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55">
            <a:extLst>
              <a:ext uri="{FF2B5EF4-FFF2-40B4-BE49-F238E27FC236}">
                <a16:creationId xmlns:a16="http://schemas.microsoft.com/office/drawing/2014/main" id="{5115A298-7468-0A8E-5351-2829DFE6934B}"/>
              </a:ext>
            </a:extLst>
          </p:cNvPr>
          <p:cNvCxnSpPr>
            <a:cxnSpLocks/>
          </p:cNvCxnSpPr>
          <p:nvPr userDrawn="1"/>
        </p:nvCxnSpPr>
        <p:spPr>
          <a:xfrm flipV="1">
            <a:off x="9014463" y="2206621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56">
            <a:extLst>
              <a:ext uri="{FF2B5EF4-FFF2-40B4-BE49-F238E27FC236}">
                <a16:creationId xmlns:a16="http://schemas.microsoft.com/office/drawing/2014/main" id="{A974BE50-56A1-D793-F7BB-E3AB97FD1AC5}"/>
              </a:ext>
            </a:extLst>
          </p:cNvPr>
          <p:cNvCxnSpPr>
            <a:cxnSpLocks/>
          </p:cNvCxnSpPr>
          <p:nvPr userDrawn="1"/>
        </p:nvCxnSpPr>
        <p:spPr>
          <a:xfrm flipV="1">
            <a:off x="9742964" y="2206621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Gerade Verbindung 57">
            <a:extLst>
              <a:ext uri="{FF2B5EF4-FFF2-40B4-BE49-F238E27FC236}">
                <a16:creationId xmlns:a16="http://schemas.microsoft.com/office/drawing/2014/main" id="{426FCD8D-9050-1A5D-37A1-675394C8AA3E}"/>
              </a:ext>
            </a:extLst>
          </p:cNvPr>
          <p:cNvCxnSpPr>
            <a:cxnSpLocks/>
          </p:cNvCxnSpPr>
          <p:nvPr userDrawn="1"/>
        </p:nvCxnSpPr>
        <p:spPr>
          <a:xfrm flipV="1">
            <a:off x="10471465" y="2206621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58">
            <a:extLst>
              <a:ext uri="{FF2B5EF4-FFF2-40B4-BE49-F238E27FC236}">
                <a16:creationId xmlns:a16="http://schemas.microsoft.com/office/drawing/2014/main" id="{D401CCF6-1CE0-A596-0C77-7356059C9BD1}"/>
              </a:ext>
            </a:extLst>
          </p:cNvPr>
          <p:cNvCxnSpPr>
            <a:cxnSpLocks/>
          </p:cNvCxnSpPr>
          <p:nvPr userDrawn="1"/>
        </p:nvCxnSpPr>
        <p:spPr>
          <a:xfrm flipV="1">
            <a:off x="11199966" y="2206621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feld 62">
            <a:extLst>
              <a:ext uri="{FF2B5EF4-FFF2-40B4-BE49-F238E27FC236}">
                <a16:creationId xmlns:a16="http://schemas.microsoft.com/office/drawing/2014/main" id="{62D2843A-14F5-416D-4440-DAAE73A73466}"/>
              </a:ext>
            </a:extLst>
          </p:cNvPr>
          <p:cNvSpPr txBox="1"/>
          <p:nvPr userDrawn="1"/>
        </p:nvSpPr>
        <p:spPr>
          <a:xfrm>
            <a:off x="1097407" y="2235880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09:00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BFF48F0E-BBBB-B7B3-BB05-2E244C4A45F6}"/>
              </a:ext>
            </a:extLst>
          </p:cNvPr>
          <p:cNvSpPr txBox="1"/>
          <p:nvPr userDrawn="1"/>
        </p:nvSpPr>
        <p:spPr>
          <a:xfrm>
            <a:off x="1804543" y="2235880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10:00</a:t>
            </a:r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60FF432E-4DD1-05D1-6A17-AE3C41350930}"/>
              </a:ext>
            </a:extLst>
          </p:cNvPr>
          <p:cNvSpPr txBox="1"/>
          <p:nvPr userDrawn="1"/>
        </p:nvSpPr>
        <p:spPr>
          <a:xfrm>
            <a:off x="2548255" y="2235880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11:00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F43A0B20-B27B-DD0C-398B-2BCF1A47ECDF}"/>
              </a:ext>
            </a:extLst>
          </p:cNvPr>
          <p:cNvSpPr txBox="1"/>
          <p:nvPr userDrawn="1"/>
        </p:nvSpPr>
        <p:spPr>
          <a:xfrm>
            <a:off x="3999103" y="2235880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13:00</a:t>
            </a: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4DA1EFDD-4D76-4368-E577-6EF276BC5461}"/>
              </a:ext>
            </a:extLst>
          </p:cNvPr>
          <p:cNvSpPr txBox="1"/>
          <p:nvPr userDrawn="1"/>
        </p:nvSpPr>
        <p:spPr>
          <a:xfrm>
            <a:off x="4742815" y="2235880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14:00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EED56044-C645-6F7E-D7D5-3932C771B18E}"/>
              </a:ext>
            </a:extLst>
          </p:cNvPr>
          <p:cNvSpPr txBox="1"/>
          <p:nvPr userDrawn="1"/>
        </p:nvSpPr>
        <p:spPr>
          <a:xfrm>
            <a:off x="5449951" y="2235880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15:00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42A651FB-045D-0138-5BBF-D88B9B7B6B88}"/>
              </a:ext>
            </a:extLst>
          </p:cNvPr>
          <p:cNvSpPr txBox="1"/>
          <p:nvPr userDrawn="1"/>
        </p:nvSpPr>
        <p:spPr>
          <a:xfrm>
            <a:off x="6193663" y="2235880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16:00</a:t>
            </a:r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C23ECBE1-2A41-3E2D-3C79-7CFFFA60704C}"/>
              </a:ext>
            </a:extLst>
          </p:cNvPr>
          <p:cNvSpPr txBox="1"/>
          <p:nvPr userDrawn="1"/>
        </p:nvSpPr>
        <p:spPr>
          <a:xfrm>
            <a:off x="3279775" y="2235880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12:00</a:t>
            </a:r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8EC07663-D54C-EF76-EB80-0368C3FA2B45}"/>
              </a:ext>
            </a:extLst>
          </p:cNvPr>
          <p:cNvSpPr txBox="1"/>
          <p:nvPr userDrawn="1"/>
        </p:nvSpPr>
        <p:spPr>
          <a:xfrm>
            <a:off x="6901016" y="2235880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17:00</a:t>
            </a:r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F3153178-A870-902B-CAE7-AFA7E50D9F1A}"/>
              </a:ext>
            </a:extLst>
          </p:cNvPr>
          <p:cNvSpPr txBox="1"/>
          <p:nvPr userDrawn="1"/>
        </p:nvSpPr>
        <p:spPr>
          <a:xfrm>
            <a:off x="7644728" y="2235880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18:00</a:t>
            </a:r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483B7F6E-86DE-92A1-1A90-4023611DA290}"/>
              </a:ext>
            </a:extLst>
          </p:cNvPr>
          <p:cNvSpPr txBox="1"/>
          <p:nvPr userDrawn="1"/>
        </p:nvSpPr>
        <p:spPr>
          <a:xfrm>
            <a:off x="9095576" y="2235880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20:00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31BAEAA6-4BEB-6711-570C-8851B203F93A}"/>
              </a:ext>
            </a:extLst>
          </p:cNvPr>
          <p:cNvSpPr txBox="1"/>
          <p:nvPr userDrawn="1"/>
        </p:nvSpPr>
        <p:spPr>
          <a:xfrm>
            <a:off x="9839288" y="2235880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21:00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E78C63F5-5884-66FD-E635-501DDC064ADE}"/>
              </a:ext>
            </a:extLst>
          </p:cNvPr>
          <p:cNvSpPr txBox="1"/>
          <p:nvPr userDrawn="1"/>
        </p:nvSpPr>
        <p:spPr>
          <a:xfrm>
            <a:off x="10546424" y="2235880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22:00</a:t>
            </a:r>
          </a:p>
        </p:txBody>
      </p:sp>
      <p:sp>
        <p:nvSpPr>
          <p:cNvPr id="76" name="Textfeld 75">
            <a:extLst>
              <a:ext uri="{FF2B5EF4-FFF2-40B4-BE49-F238E27FC236}">
                <a16:creationId xmlns:a16="http://schemas.microsoft.com/office/drawing/2014/main" id="{D0F9DCA6-1B6C-DCD9-2FD4-D344B6E788B6}"/>
              </a:ext>
            </a:extLst>
          </p:cNvPr>
          <p:cNvSpPr txBox="1"/>
          <p:nvPr userDrawn="1"/>
        </p:nvSpPr>
        <p:spPr>
          <a:xfrm>
            <a:off x="11290136" y="2235880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23:00</a:t>
            </a:r>
          </a:p>
        </p:txBody>
      </p:sp>
      <p:sp>
        <p:nvSpPr>
          <p:cNvPr id="77" name="Textfeld 76">
            <a:extLst>
              <a:ext uri="{FF2B5EF4-FFF2-40B4-BE49-F238E27FC236}">
                <a16:creationId xmlns:a16="http://schemas.microsoft.com/office/drawing/2014/main" id="{591FA922-1B54-1B30-EF9B-97C8DDAB5944}"/>
              </a:ext>
            </a:extLst>
          </p:cNvPr>
          <p:cNvSpPr txBox="1"/>
          <p:nvPr userDrawn="1"/>
        </p:nvSpPr>
        <p:spPr>
          <a:xfrm>
            <a:off x="8376248" y="2235880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19:00</a:t>
            </a:r>
          </a:p>
        </p:txBody>
      </p:sp>
      <p:sp>
        <p:nvSpPr>
          <p:cNvPr id="78" name="Textplatzhalter 11">
            <a:extLst>
              <a:ext uri="{FF2B5EF4-FFF2-40B4-BE49-F238E27FC236}">
                <a16:creationId xmlns:a16="http://schemas.microsoft.com/office/drawing/2014/main" id="{10409607-CD16-0F21-D5A2-304C60190642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1000952" y="2455304"/>
            <a:ext cx="2832892" cy="24808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vert="horz" wrap="square" lIns="36000" tIns="36000" rIns="36000" bIns="36000" anchor="ctr" anchorCtr="0">
            <a:noAutofit/>
          </a:bodyPr>
          <a:lstStyle>
            <a:lvl1pPr marL="0" indent="0" algn="ctr">
              <a:buClr>
                <a:schemeClr val="accent2"/>
              </a:buClr>
              <a:buFont typeface="+mj-lt"/>
              <a:buNone/>
              <a:tabLst/>
              <a:defRPr sz="8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79" name="Textplatzhalter 11">
            <a:extLst>
              <a:ext uri="{FF2B5EF4-FFF2-40B4-BE49-F238E27FC236}">
                <a16:creationId xmlns:a16="http://schemas.microsoft.com/office/drawing/2014/main" id="{D433F63B-7121-F743-DC34-DC582FBDAC86}"/>
              </a:ext>
            </a:extLst>
          </p:cNvPr>
          <p:cNvSpPr>
            <a:spLocks noGrp="1"/>
          </p:cNvSpPr>
          <p:nvPr>
            <p:ph type="body" sz="quarter" idx="108" hasCustomPrompt="1"/>
          </p:nvPr>
        </p:nvSpPr>
        <p:spPr>
          <a:xfrm>
            <a:off x="1000952" y="2784421"/>
            <a:ext cx="2832892" cy="248083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6350">
            <a:solidFill>
              <a:schemeClr val="accent4"/>
            </a:solidFill>
          </a:ln>
        </p:spPr>
        <p:txBody>
          <a:bodyPr vert="horz" wrap="square" lIns="36000" tIns="36000" rIns="36000" bIns="36000" anchor="ctr" anchorCtr="0">
            <a:noAutofit/>
          </a:bodyPr>
          <a:lstStyle>
            <a:lvl1pPr marL="0" indent="0" algn="ctr">
              <a:buClr>
                <a:schemeClr val="accent2"/>
              </a:buClr>
              <a:buFont typeface="+mj-lt"/>
              <a:buNone/>
              <a:tabLst/>
              <a:defRPr sz="8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80" name="Textplatzhalter 11">
            <a:extLst>
              <a:ext uri="{FF2B5EF4-FFF2-40B4-BE49-F238E27FC236}">
                <a16:creationId xmlns:a16="http://schemas.microsoft.com/office/drawing/2014/main" id="{399007F3-ED42-0349-2D1E-E8EB7A69D157}"/>
              </a:ext>
            </a:extLst>
          </p:cNvPr>
          <p:cNvSpPr>
            <a:spLocks noGrp="1"/>
          </p:cNvSpPr>
          <p:nvPr>
            <p:ph type="body" sz="quarter" idx="109" hasCustomPrompt="1"/>
          </p:nvPr>
        </p:nvSpPr>
        <p:spPr>
          <a:xfrm>
            <a:off x="3999103" y="2455304"/>
            <a:ext cx="1285589" cy="577200"/>
          </a:xfrm>
          <a:prstGeom prst="roundRect">
            <a:avLst/>
          </a:prstGeom>
          <a:solidFill>
            <a:schemeClr val="accent3"/>
          </a:solidFill>
          <a:ln w="6350">
            <a:solidFill>
              <a:schemeClr val="accent3"/>
            </a:solidFill>
          </a:ln>
        </p:spPr>
        <p:txBody>
          <a:bodyPr vert="horz" wrap="square" lIns="36000" tIns="36000" rIns="36000" bIns="36000" anchor="ctr" anchorCtr="0">
            <a:noAutofit/>
          </a:bodyPr>
          <a:lstStyle>
            <a:lvl1pPr marL="0" indent="0" algn="ctr">
              <a:buClr>
                <a:schemeClr val="accent2"/>
              </a:buClr>
              <a:buFont typeface="+mj-lt"/>
              <a:buNone/>
              <a:tabLst/>
              <a:defRPr sz="800" b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81" name="Textplatzhalter 11">
            <a:extLst>
              <a:ext uri="{FF2B5EF4-FFF2-40B4-BE49-F238E27FC236}">
                <a16:creationId xmlns:a16="http://schemas.microsoft.com/office/drawing/2014/main" id="{7760AEE7-49B0-88BD-322E-495DFBC9F04A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5459225" y="2455304"/>
            <a:ext cx="2730401" cy="24808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vert="horz" wrap="square" lIns="36000" tIns="36000" rIns="36000" bIns="36000" anchor="ctr" anchorCtr="0">
            <a:noAutofit/>
          </a:bodyPr>
          <a:lstStyle>
            <a:lvl1pPr marL="0" indent="0" algn="ctr">
              <a:buClr>
                <a:schemeClr val="accent2"/>
              </a:buClr>
              <a:buFont typeface="+mj-lt"/>
              <a:buNone/>
              <a:tabLst/>
              <a:defRPr sz="8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82" name="Textplatzhalter 11">
            <a:extLst>
              <a:ext uri="{FF2B5EF4-FFF2-40B4-BE49-F238E27FC236}">
                <a16:creationId xmlns:a16="http://schemas.microsoft.com/office/drawing/2014/main" id="{935767CD-7AC7-A6D0-3217-59E54BB38602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459225" y="2784421"/>
            <a:ext cx="2730401" cy="248083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6350">
            <a:solidFill>
              <a:schemeClr val="accent4"/>
            </a:solidFill>
          </a:ln>
        </p:spPr>
        <p:txBody>
          <a:bodyPr vert="horz" wrap="square" lIns="36000" tIns="36000" rIns="36000" bIns="36000" anchor="ctr" anchorCtr="0">
            <a:noAutofit/>
          </a:bodyPr>
          <a:lstStyle>
            <a:lvl1pPr marL="0" indent="0" algn="ctr">
              <a:buClr>
                <a:schemeClr val="accent2"/>
              </a:buClr>
              <a:buFont typeface="+mj-lt"/>
              <a:buNone/>
              <a:tabLst/>
              <a:defRPr sz="8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83" name="Textplatzhalter 11">
            <a:extLst>
              <a:ext uri="{FF2B5EF4-FFF2-40B4-BE49-F238E27FC236}">
                <a16:creationId xmlns:a16="http://schemas.microsoft.com/office/drawing/2014/main" id="{017DA700-C336-DDEB-35A7-F58A1727F988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8365509" y="2455304"/>
            <a:ext cx="938748" cy="577200"/>
          </a:xfrm>
          <a:prstGeom prst="roundRect">
            <a:avLst/>
          </a:prstGeom>
          <a:solidFill>
            <a:schemeClr val="accent3"/>
          </a:solidFill>
          <a:ln w="6350">
            <a:solidFill>
              <a:schemeClr val="accent3"/>
            </a:solidFill>
          </a:ln>
        </p:spPr>
        <p:txBody>
          <a:bodyPr vert="horz" wrap="square" lIns="36000" tIns="36000" rIns="36000" bIns="36000" anchor="ctr" anchorCtr="0">
            <a:noAutofit/>
          </a:bodyPr>
          <a:lstStyle>
            <a:lvl1pPr marL="0" indent="0" algn="ctr">
              <a:buClr>
                <a:schemeClr val="accent2"/>
              </a:buClr>
              <a:buFont typeface="+mj-lt"/>
              <a:buNone/>
              <a:tabLst/>
              <a:defRPr sz="800" b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84" name="Textplatzhalter 11">
            <a:extLst>
              <a:ext uri="{FF2B5EF4-FFF2-40B4-BE49-F238E27FC236}">
                <a16:creationId xmlns:a16="http://schemas.microsoft.com/office/drawing/2014/main" id="{CA90FCFF-C362-0B9E-E1D5-3E051615670F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9379245" y="2455304"/>
            <a:ext cx="737289" cy="577200"/>
          </a:xfrm>
          <a:prstGeom prst="roundRect">
            <a:avLst/>
          </a:prstGeom>
          <a:solidFill>
            <a:schemeClr val="tx2"/>
          </a:solidFill>
          <a:ln w="6350">
            <a:solidFill>
              <a:schemeClr val="accent1"/>
            </a:solidFill>
          </a:ln>
        </p:spPr>
        <p:txBody>
          <a:bodyPr vert="horz" wrap="square" lIns="36000" tIns="36000" rIns="36000" bIns="36000" anchor="ctr" anchorCtr="0">
            <a:noAutofit/>
          </a:bodyPr>
          <a:lstStyle>
            <a:lvl1pPr marL="0" indent="0" algn="ctr">
              <a:buClr>
                <a:schemeClr val="accent2"/>
              </a:buClr>
              <a:buFont typeface="+mj-lt"/>
              <a:buNone/>
              <a:tabLst/>
              <a:defRPr sz="800" b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85" name="Textplatzhalter 11">
            <a:extLst>
              <a:ext uri="{FF2B5EF4-FFF2-40B4-BE49-F238E27FC236}">
                <a16:creationId xmlns:a16="http://schemas.microsoft.com/office/drawing/2014/main" id="{6A7D2D17-D85C-F1BD-7E20-197D7AE1C1D7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10201940" y="2455304"/>
            <a:ext cx="1717605" cy="577200"/>
          </a:xfrm>
          <a:prstGeom prst="roundRect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vert="horz" wrap="square" lIns="36000" tIns="36000" rIns="36000" bIns="36000" anchor="ctr" anchorCtr="0">
            <a:noAutofit/>
          </a:bodyPr>
          <a:lstStyle>
            <a:lvl1pPr marL="0" indent="0" algn="ctr">
              <a:buClr>
                <a:schemeClr val="accent2"/>
              </a:buClr>
              <a:buFont typeface="+mj-lt"/>
              <a:buNone/>
              <a:tabLst/>
              <a:defRPr sz="8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86" name="Textplatzhalter 11">
            <a:extLst>
              <a:ext uri="{FF2B5EF4-FFF2-40B4-BE49-F238E27FC236}">
                <a16:creationId xmlns:a16="http://schemas.microsoft.com/office/drawing/2014/main" id="{2D920177-3F42-9BFF-C24C-5883E2DF83E8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1416575" y="3304026"/>
            <a:ext cx="2417267" cy="407494"/>
          </a:xfrm>
        </p:spPr>
        <p:txBody>
          <a:bodyPr vert="horz" wrap="square" anchor="t" anchorCtr="0">
            <a:noAutofit/>
          </a:bodyPr>
          <a:lstStyle>
            <a:lvl1pPr marL="0" indent="0" algn="l">
              <a:buClr>
                <a:schemeClr val="accent2"/>
              </a:buClr>
              <a:buFont typeface="+mj-lt"/>
              <a:buNone/>
              <a:tabLst/>
              <a:defRPr sz="8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87" name="Textplatzhalter 11">
            <a:extLst>
              <a:ext uri="{FF2B5EF4-FFF2-40B4-BE49-F238E27FC236}">
                <a16:creationId xmlns:a16="http://schemas.microsoft.com/office/drawing/2014/main" id="{DB14F19A-F119-A8D4-3238-4A7AB02717BB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3989088" y="3304026"/>
            <a:ext cx="1295604" cy="407494"/>
          </a:xfrm>
        </p:spPr>
        <p:txBody>
          <a:bodyPr vert="horz" wrap="square" anchor="t" anchorCtr="0">
            <a:noAutofit/>
          </a:bodyPr>
          <a:lstStyle>
            <a:lvl1pPr marL="0" indent="0" algn="l">
              <a:buClr>
                <a:schemeClr val="accent2"/>
              </a:buClr>
              <a:buFont typeface="+mj-lt"/>
              <a:buNone/>
              <a:tabLst/>
              <a:defRPr sz="8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88" name="Textplatzhalter 11">
            <a:extLst>
              <a:ext uri="{FF2B5EF4-FFF2-40B4-BE49-F238E27FC236}">
                <a16:creationId xmlns:a16="http://schemas.microsoft.com/office/drawing/2014/main" id="{19184D55-4B7F-DA93-F329-B4D5132B32EF}"/>
              </a:ext>
            </a:extLst>
          </p:cNvPr>
          <p:cNvSpPr>
            <a:spLocks noGrp="1"/>
          </p:cNvSpPr>
          <p:nvPr>
            <p:ph type="body" sz="quarter" idx="117" hasCustomPrompt="1"/>
          </p:nvPr>
        </p:nvSpPr>
        <p:spPr>
          <a:xfrm>
            <a:off x="5464319" y="3321530"/>
            <a:ext cx="2725295" cy="407494"/>
          </a:xfrm>
        </p:spPr>
        <p:txBody>
          <a:bodyPr vert="horz" wrap="square" anchor="t" anchorCtr="0">
            <a:noAutofit/>
          </a:bodyPr>
          <a:lstStyle>
            <a:lvl1pPr marL="0" indent="0" algn="l">
              <a:buClr>
                <a:schemeClr val="accent2"/>
              </a:buClr>
              <a:buFont typeface="+mj-lt"/>
              <a:buNone/>
              <a:tabLst/>
              <a:defRPr sz="8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89" name="Textplatzhalter 11">
            <a:extLst>
              <a:ext uri="{FF2B5EF4-FFF2-40B4-BE49-F238E27FC236}">
                <a16:creationId xmlns:a16="http://schemas.microsoft.com/office/drawing/2014/main" id="{E217742A-DD9B-E06F-15AE-1264B4DFEF6A}"/>
              </a:ext>
            </a:extLst>
          </p:cNvPr>
          <p:cNvSpPr>
            <a:spLocks noGrp="1"/>
          </p:cNvSpPr>
          <p:nvPr>
            <p:ph type="body" sz="quarter" idx="118" hasCustomPrompt="1"/>
          </p:nvPr>
        </p:nvSpPr>
        <p:spPr>
          <a:xfrm>
            <a:off x="8366016" y="3321530"/>
            <a:ext cx="938242" cy="407494"/>
          </a:xfrm>
        </p:spPr>
        <p:txBody>
          <a:bodyPr vert="horz" wrap="square" anchor="t" anchorCtr="0">
            <a:noAutofit/>
          </a:bodyPr>
          <a:lstStyle>
            <a:lvl1pPr marL="0" indent="0" algn="l">
              <a:buClr>
                <a:schemeClr val="accent2"/>
              </a:buClr>
              <a:buFont typeface="+mj-lt"/>
              <a:buNone/>
              <a:tabLst/>
              <a:defRPr sz="8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90" name="Textplatzhalter 11">
            <a:extLst>
              <a:ext uri="{FF2B5EF4-FFF2-40B4-BE49-F238E27FC236}">
                <a16:creationId xmlns:a16="http://schemas.microsoft.com/office/drawing/2014/main" id="{6DD9C054-3CD6-3F25-AE62-3B0789DC858B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9379245" y="3321530"/>
            <a:ext cx="737287" cy="407494"/>
          </a:xfrm>
        </p:spPr>
        <p:txBody>
          <a:bodyPr vert="horz" wrap="square" anchor="t" anchorCtr="0">
            <a:noAutofit/>
          </a:bodyPr>
          <a:lstStyle>
            <a:lvl1pPr marL="0" indent="0" algn="l">
              <a:buClr>
                <a:schemeClr val="accent2"/>
              </a:buClr>
              <a:buFont typeface="+mj-lt"/>
              <a:buNone/>
              <a:tabLst/>
              <a:defRPr sz="8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91" name="Textplatzhalter 11">
            <a:extLst>
              <a:ext uri="{FF2B5EF4-FFF2-40B4-BE49-F238E27FC236}">
                <a16:creationId xmlns:a16="http://schemas.microsoft.com/office/drawing/2014/main" id="{3182C5C0-4894-CC2A-E180-04909AC5FCB1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10219199" y="3321530"/>
            <a:ext cx="1697407" cy="407494"/>
          </a:xfrm>
        </p:spPr>
        <p:txBody>
          <a:bodyPr vert="horz" wrap="square" anchor="t" anchorCtr="0">
            <a:noAutofit/>
          </a:bodyPr>
          <a:lstStyle>
            <a:lvl1pPr marL="0" indent="0" algn="l">
              <a:buClr>
                <a:schemeClr val="accent2"/>
              </a:buClr>
              <a:buFont typeface="+mj-lt"/>
              <a:buNone/>
              <a:tabLst/>
              <a:defRPr sz="8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92" name="Textplatzhalter 7">
            <a:extLst>
              <a:ext uri="{FF2B5EF4-FFF2-40B4-BE49-F238E27FC236}">
                <a16:creationId xmlns:a16="http://schemas.microsoft.com/office/drawing/2014/main" id="{0BAA9BA8-805D-8E18-F51E-0E887AB8DFB5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267312" y="4101398"/>
            <a:ext cx="1728786" cy="219932"/>
          </a:xfrm>
        </p:spPr>
        <p:txBody>
          <a:bodyPr wrap="square" anchor="b" anchorCtr="0">
            <a:spAutoFit/>
          </a:bodyPr>
          <a:lstStyle>
            <a:lvl1pPr marL="0" indent="0">
              <a:buNone/>
              <a:defRPr cap="all" baseline="0">
                <a:solidFill>
                  <a:schemeClr val="tx1"/>
                </a:solidFill>
              </a:defRPr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Day 2</a:t>
            </a:r>
          </a:p>
        </p:txBody>
      </p:sp>
      <p:sp>
        <p:nvSpPr>
          <p:cNvPr id="93" name="Textplatzhalter 11">
            <a:extLst>
              <a:ext uri="{FF2B5EF4-FFF2-40B4-BE49-F238E27FC236}">
                <a16:creationId xmlns:a16="http://schemas.microsoft.com/office/drawing/2014/main" id="{6D1989A4-96F1-D8AE-5B93-2BC1D975FD1B}"/>
              </a:ext>
            </a:extLst>
          </p:cNvPr>
          <p:cNvSpPr>
            <a:spLocks noGrp="1"/>
          </p:cNvSpPr>
          <p:nvPr>
            <p:ph type="body" sz="quarter" idx="122" hasCustomPrompt="1"/>
          </p:nvPr>
        </p:nvSpPr>
        <p:spPr>
          <a:xfrm>
            <a:off x="263525" y="4689165"/>
            <a:ext cx="737289" cy="577200"/>
          </a:xfrm>
          <a:prstGeom prst="roundRect">
            <a:avLst/>
          </a:prstGeom>
          <a:solidFill>
            <a:schemeClr val="tx2"/>
          </a:solidFill>
          <a:ln w="6350">
            <a:solidFill>
              <a:schemeClr val="accent1"/>
            </a:solidFill>
          </a:ln>
        </p:spPr>
        <p:txBody>
          <a:bodyPr vert="horz" wrap="square" lIns="36000" tIns="36000" rIns="36000" bIns="36000" anchor="ctr" anchorCtr="0">
            <a:noAutofit/>
          </a:bodyPr>
          <a:lstStyle>
            <a:lvl1pPr marL="0" indent="0" algn="ctr">
              <a:buClr>
                <a:schemeClr val="accent2"/>
              </a:buClr>
              <a:buFont typeface="+mj-lt"/>
              <a:buNone/>
              <a:tabLst/>
              <a:defRPr sz="800" b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cxnSp>
        <p:nvCxnSpPr>
          <p:cNvPr id="94" name="Gerade Verbindung 93">
            <a:extLst>
              <a:ext uri="{FF2B5EF4-FFF2-40B4-BE49-F238E27FC236}">
                <a16:creationId xmlns:a16="http://schemas.microsoft.com/office/drawing/2014/main" id="{21895AAB-34C9-8A3F-AD47-789CE806E408}"/>
              </a:ext>
            </a:extLst>
          </p:cNvPr>
          <p:cNvCxnSpPr>
            <a:cxnSpLocks/>
          </p:cNvCxnSpPr>
          <p:nvPr userDrawn="1"/>
        </p:nvCxnSpPr>
        <p:spPr>
          <a:xfrm flipV="1">
            <a:off x="272451" y="4440482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feld 94">
            <a:extLst>
              <a:ext uri="{FF2B5EF4-FFF2-40B4-BE49-F238E27FC236}">
                <a16:creationId xmlns:a16="http://schemas.microsoft.com/office/drawing/2014/main" id="{E92093B6-913F-E318-02E8-2285F00CE3A0}"/>
              </a:ext>
            </a:extLst>
          </p:cNvPr>
          <p:cNvSpPr txBox="1"/>
          <p:nvPr userDrawn="1"/>
        </p:nvSpPr>
        <p:spPr>
          <a:xfrm>
            <a:off x="353695" y="4469741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08:00</a:t>
            </a:r>
          </a:p>
        </p:txBody>
      </p:sp>
      <p:sp>
        <p:nvSpPr>
          <p:cNvPr id="96" name="Textplatzhalter 11">
            <a:extLst>
              <a:ext uri="{FF2B5EF4-FFF2-40B4-BE49-F238E27FC236}">
                <a16:creationId xmlns:a16="http://schemas.microsoft.com/office/drawing/2014/main" id="{B11AC9C0-072C-0066-E9E4-1E31523A8971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275387" y="5537887"/>
            <a:ext cx="716644" cy="407494"/>
          </a:xfrm>
        </p:spPr>
        <p:txBody>
          <a:bodyPr vert="horz" wrap="square" anchor="t" anchorCtr="0">
            <a:noAutofit/>
          </a:bodyPr>
          <a:lstStyle>
            <a:lvl1pPr marL="0" indent="0" algn="l">
              <a:buClr>
                <a:schemeClr val="accent2"/>
              </a:buClr>
              <a:buFont typeface="+mj-lt"/>
              <a:buNone/>
              <a:tabLst/>
              <a:defRPr sz="8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cxnSp>
        <p:nvCxnSpPr>
          <p:cNvPr id="97" name="Gerade Verbindung 96">
            <a:extLst>
              <a:ext uri="{FF2B5EF4-FFF2-40B4-BE49-F238E27FC236}">
                <a16:creationId xmlns:a16="http://schemas.microsoft.com/office/drawing/2014/main" id="{07D7AAFA-9BD8-960F-0412-5F1C87D86334}"/>
              </a:ext>
            </a:extLst>
          </p:cNvPr>
          <p:cNvCxnSpPr>
            <a:cxnSpLocks/>
          </p:cNvCxnSpPr>
          <p:nvPr userDrawn="1"/>
        </p:nvCxnSpPr>
        <p:spPr>
          <a:xfrm flipV="1">
            <a:off x="1000952" y="4440482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Gerade Verbindung 97">
            <a:extLst>
              <a:ext uri="{FF2B5EF4-FFF2-40B4-BE49-F238E27FC236}">
                <a16:creationId xmlns:a16="http://schemas.microsoft.com/office/drawing/2014/main" id="{2EDCDD16-AC89-70E4-EDB9-0A35DC61A42A}"/>
              </a:ext>
            </a:extLst>
          </p:cNvPr>
          <p:cNvCxnSpPr>
            <a:cxnSpLocks/>
          </p:cNvCxnSpPr>
          <p:nvPr userDrawn="1"/>
        </p:nvCxnSpPr>
        <p:spPr>
          <a:xfrm flipV="1">
            <a:off x="1729453" y="4440482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Gerade Verbindung 98">
            <a:extLst>
              <a:ext uri="{FF2B5EF4-FFF2-40B4-BE49-F238E27FC236}">
                <a16:creationId xmlns:a16="http://schemas.microsoft.com/office/drawing/2014/main" id="{F7DF8CB6-3547-8535-043E-34DFDFB193D1}"/>
              </a:ext>
            </a:extLst>
          </p:cNvPr>
          <p:cNvCxnSpPr>
            <a:cxnSpLocks/>
          </p:cNvCxnSpPr>
          <p:nvPr userDrawn="1"/>
        </p:nvCxnSpPr>
        <p:spPr>
          <a:xfrm flipV="1">
            <a:off x="2457954" y="4440482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Gerade Verbindung 99">
            <a:extLst>
              <a:ext uri="{FF2B5EF4-FFF2-40B4-BE49-F238E27FC236}">
                <a16:creationId xmlns:a16="http://schemas.microsoft.com/office/drawing/2014/main" id="{9B5A9649-5FC5-6A6D-379A-1D6D2E54899B}"/>
              </a:ext>
            </a:extLst>
          </p:cNvPr>
          <p:cNvCxnSpPr>
            <a:cxnSpLocks/>
          </p:cNvCxnSpPr>
          <p:nvPr userDrawn="1"/>
        </p:nvCxnSpPr>
        <p:spPr>
          <a:xfrm flipV="1">
            <a:off x="3186455" y="4440482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Gerade Verbindung 100">
            <a:extLst>
              <a:ext uri="{FF2B5EF4-FFF2-40B4-BE49-F238E27FC236}">
                <a16:creationId xmlns:a16="http://schemas.microsoft.com/office/drawing/2014/main" id="{0BF85E43-65E4-559D-D95A-4BAE1CFF8BC6}"/>
              </a:ext>
            </a:extLst>
          </p:cNvPr>
          <p:cNvCxnSpPr>
            <a:cxnSpLocks/>
          </p:cNvCxnSpPr>
          <p:nvPr userDrawn="1"/>
        </p:nvCxnSpPr>
        <p:spPr>
          <a:xfrm flipV="1">
            <a:off x="3914956" y="4440482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Gerade Verbindung 101">
            <a:extLst>
              <a:ext uri="{FF2B5EF4-FFF2-40B4-BE49-F238E27FC236}">
                <a16:creationId xmlns:a16="http://schemas.microsoft.com/office/drawing/2014/main" id="{1C9A51F3-5D6F-291B-17E5-7840958FFC6C}"/>
              </a:ext>
            </a:extLst>
          </p:cNvPr>
          <p:cNvCxnSpPr>
            <a:cxnSpLocks/>
          </p:cNvCxnSpPr>
          <p:nvPr userDrawn="1"/>
        </p:nvCxnSpPr>
        <p:spPr>
          <a:xfrm flipV="1">
            <a:off x="4643457" y="4440482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Gerade Verbindung 102">
            <a:extLst>
              <a:ext uri="{FF2B5EF4-FFF2-40B4-BE49-F238E27FC236}">
                <a16:creationId xmlns:a16="http://schemas.microsoft.com/office/drawing/2014/main" id="{FEC2E2E6-10EC-3071-D49E-E59B6046331F}"/>
              </a:ext>
            </a:extLst>
          </p:cNvPr>
          <p:cNvCxnSpPr>
            <a:cxnSpLocks/>
          </p:cNvCxnSpPr>
          <p:nvPr userDrawn="1"/>
        </p:nvCxnSpPr>
        <p:spPr>
          <a:xfrm flipV="1">
            <a:off x="5371958" y="4440482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Gerade Verbindung 103">
            <a:extLst>
              <a:ext uri="{FF2B5EF4-FFF2-40B4-BE49-F238E27FC236}">
                <a16:creationId xmlns:a16="http://schemas.microsoft.com/office/drawing/2014/main" id="{774C9C13-62FA-526C-B7CE-CBAB701BDB31}"/>
              </a:ext>
            </a:extLst>
          </p:cNvPr>
          <p:cNvCxnSpPr>
            <a:cxnSpLocks/>
          </p:cNvCxnSpPr>
          <p:nvPr userDrawn="1"/>
        </p:nvCxnSpPr>
        <p:spPr>
          <a:xfrm flipV="1">
            <a:off x="6100459" y="4440482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Gerade Verbindung 104">
            <a:extLst>
              <a:ext uri="{FF2B5EF4-FFF2-40B4-BE49-F238E27FC236}">
                <a16:creationId xmlns:a16="http://schemas.microsoft.com/office/drawing/2014/main" id="{627D155B-A5F8-D3C2-111C-F60616495195}"/>
              </a:ext>
            </a:extLst>
          </p:cNvPr>
          <p:cNvCxnSpPr>
            <a:cxnSpLocks/>
          </p:cNvCxnSpPr>
          <p:nvPr userDrawn="1"/>
        </p:nvCxnSpPr>
        <p:spPr>
          <a:xfrm flipV="1">
            <a:off x="6828960" y="4440482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Gerade Verbindung 105">
            <a:extLst>
              <a:ext uri="{FF2B5EF4-FFF2-40B4-BE49-F238E27FC236}">
                <a16:creationId xmlns:a16="http://schemas.microsoft.com/office/drawing/2014/main" id="{C7CC8931-DB5D-3740-40F1-C982A01D397A}"/>
              </a:ext>
            </a:extLst>
          </p:cNvPr>
          <p:cNvCxnSpPr>
            <a:cxnSpLocks/>
          </p:cNvCxnSpPr>
          <p:nvPr userDrawn="1"/>
        </p:nvCxnSpPr>
        <p:spPr>
          <a:xfrm flipV="1">
            <a:off x="7557461" y="4440482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Gerade Verbindung 106">
            <a:extLst>
              <a:ext uri="{FF2B5EF4-FFF2-40B4-BE49-F238E27FC236}">
                <a16:creationId xmlns:a16="http://schemas.microsoft.com/office/drawing/2014/main" id="{B2716440-0CFD-D235-C7CD-F89F08922305}"/>
              </a:ext>
            </a:extLst>
          </p:cNvPr>
          <p:cNvCxnSpPr>
            <a:cxnSpLocks/>
          </p:cNvCxnSpPr>
          <p:nvPr userDrawn="1"/>
        </p:nvCxnSpPr>
        <p:spPr>
          <a:xfrm flipV="1">
            <a:off x="8285962" y="4440482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Gerade Verbindung 107">
            <a:extLst>
              <a:ext uri="{FF2B5EF4-FFF2-40B4-BE49-F238E27FC236}">
                <a16:creationId xmlns:a16="http://schemas.microsoft.com/office/drawing/2014/main" id="{3CABCED1-94E9-CC9E-2C19-2AECD51E83E5}"/>
              </a:ext>
            </a:extLst>
          </p:cNvPr>
          <p:cNvCxnSpPr>
            <a:cxnSpLocks/>
          </p:cNvCxnSpPr>
          <p:nvPr userDrawn="1"/>
        </p:nvCxnSpPr>
        <p:spPr>
          <a:xfrm flipV="1">
            <a:off x="9014463" y="4440482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Gerade Verbindung 108">
            <a:extLst>
              <a:ext uri="{FF2B5EF4-FFF2-40B4-BE49-F238E27FC236}">
                <a16:creationId xmlns:a16="http://schemas.microsoft.com/office/drawing/2014/main" id="{0DF545E9-11E9-7DB6-0BA1-CA29430C14E7}"/>
              </a:ext>
            </a:extLst>
          </p:cNvPr>
          <p:cNvCxnSpPr>
            <a:cxnSpLocks/>
          </p:cNvCxnSpPr>
          <p:nvPr userDrawn="1"/>
        </p:nvCxnSpPr>
        <p:spPr>
          <a:xfrm flipV="1">
            <a:off x="9742964" y="4440482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Gerade Verbindung 109">
            <a:extLst>
              <a:ext uri="{FF2B5EF4-FFF2-40B4-BE49-F238E27FC236}">
                <a16:creationId xmlns:a16="http://schemas.microsoft.com/office/drawing/2014/main" id="{C54858AF-08C1-272A-FDB2-DA4F378D0A89}"/>
              </a:ext>
            </a:extLst>
          </p:cNvPr>
          <p:cNvCxnSpPr>
            <a:cxnSpLocks/>
          </p:cNvCxnSpPr>
          <p:nvPr userDrawn="1"/>
        </p:nvCxnSpPr>
        <p:spPr>
          <a:xfrm flipV="1">
            <a:off x="10471465" y="4440482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Gerade Verbindung 110">
            <a:extLst>
              <a:ext uri="{FF2B5EF4-FFF2-40B4-BE49-F238E27FC236}">
                <a16:creationId xmlns:a16="http://schemas.microsoft.com/office/drawing/2014/main" id="{618419E3-AD5B-3EA3-CB5B-884F94D3B637}"/>
              </a:ext>
            </a:extLst>
          </p:cNvPr>
          <p:cNvCxnSpPr>
            <a:cxnSpLocks/>
          </p:cNvCxnSpPr>
          <p:nvPr userDrawn="1"/>
        </p:nvCxnSpPr>
        <p:spPr>
          <a:xfrm flipV="1">
            <a:off x="11199966" y="4440482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feld 111">
            <a:extLst>
              <a:ext uri="{FF2B5EF4-FFF2-40B4-BE49-F238E27FC236}">
                <a16:creationId xmlns:a16="http://schemas.microsoft.com/office/drawing/2014/main" id="{C9143FCE-9C8F-437C-F61F-30987213FB86}"/>
              </a:ext>
            </a:extLst>
          </p:cNvPr>
          <p:cNvSpPr txBox="1"/>
          <p:nvPr userDrawn="1"/>
        </p:nvSpPr>
        <p:spPr>
          <a:xfrm>
            <a:off x="1097407" y="4469741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09:00</a:t>
            </a:r>
          </a:p>
        </p:txBody>
      </p:sp>
      <p:sp>
        <p:nvSpPr>
          <p:cNvPr id="113" name="Textfeld 112">
            <a:extLst>
              <a:ext uri="{FF2B5EF4-FFF2-40B4-BE49-F238E27FC236}">
                <a16:creationId xmlns:a16="http://schemas.microsoft.com/office/drawing/2014/main" id="{D6AE3D51-DF1A-2F6B-976E-0856DEF1E883}"/>
              </a:ext>
            </a:extLst>
          </p:cNvPr>
          <p:cNvSpPr txBox="1"/>
          <p:nvPr userDrawn="1"/>
        </p:nvSpPr>
        <p:spPr>
          <a:xfrm>
            <a:off x="1804543" y="4469741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10:00</a:t>
            </a:r>
          </a:p>
        </p:txBody>
      </p:sp>
      <p:sp>
        <p:nvSpPr>
          <p:cNvPr id="114" name="Textfeld 113">
            <a:extLst>
              <a:ext uri="{FF2B5EF4-FFF2-40B4-BE49-F238E27FC236}">
                <a16:creationId xmlns:a16="http://schemas.microsoft.com/office/drawing/2014/main" id="{D565D09C-16E1-962C-B22A-015D917CF0A8}"/>
              </a:ext>
            </a:extLst>
          </p:cNvPr>
          <p:cNvSpPr txBox="1"/>
          <p:nvPr userDrawn="1"/>
        </p:nvSpPr>
        <p:spPr>
          <a:xfrm>
            <a:off x="2548255" y="4469741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11:00</a:t>
            </a:r>
          </a:p>
        </p:txBody>
      </p:sp>
      <p:sp>
        <p:nvSpPr>
          <p:cNvPr id="115" name="Textfeld 114">
            <a:extLst>
              <a:ext uri="{FF2B5EF4-FFF2-40B4-BE49-F238E27FC236}">
                <a16:creationId xmlns:a16="http://schemas.microsoft.com/office/drawing/2014/main" id="{1F2703F7-450F-0DC4-BB35-B85629ADD50C}"/>
              </a:ext>
            </a:extLst>
          </p:cNvPr>
          <p:cNvSpPr txBox="1"/>
          <p:nvPr userDrawn="1"/>
        </p:nvSpPr>
        <p:spPr>
          <a:xfrm>
            <a:off x="3999103" y="4469741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13:00</a:t>
            </a:r>
          </a:p>
        </p:txBody>
      </p:sp>
      <p:sp>
        <p:nvSpPr>
          <p:cNvPr id="116" name="Textfeld 115">
            <a:extLst>
              <a:ext uri="{FF2B5EF4-FFF2-40B4-BE49-F238E27FC236}">
                <a16:creationId xmlns:a16="http://schemas.microsoft.com/office/drawing/2014/main" id="{3C453066-190B-FADC-B0C8-858E592146D5}"/>
              </a:ext>
            </a:extLst>
          </p:cNvPr>
          <p:cNvSpPr txBox="1"/>
          <p:nvPr userDrawn="1"/>
        </p:nvSpPr>
        <p:spPr>
          <a:xfrm>
            <a:off x="4742815" y="4469741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14:00</a:t>
            </a:r>
          </a:p>
        </p:txBody>
      </p:sp>
      <p:sp>
        <p:nvSpPr>
          <p:cNvPr id="117" name="Textfeld 116">
            <a:extLst>
              <a:ext uri="{FF2B5EF4-FFF2-40B4-BE49-F238E27FC236}">
                <a16:creationId xmlns:a16="http://schemas.microsoft.com/office/drawing/2014/main" id="{CC409F5C-B8EC-F55A-4622-21DE1A353D16}"/>
              </a:ext>
            </a:extLst>
          </p:cNvPr>
          <p:cNvSpPr txBox="1"/>
          <p:nvPr userDrawn="1"/>
        </p:nvSpPr>
        <p:spPr>
          <a:xfrm>
            <a:off x="5449951" y="4469741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15:00</a:t>
            </a:r>
          </a:p>
        </p:txBody>
      </p:sp>
      <p:sp>
        <p:nvSpPr>
          <p:cNvPr id="118" name="Textfeld 117">
            <a:extLst>
              <a:ext uri="{FF2B5EF4-FFF2-40B4-BE49-F238E27FC236}">
                <a16:creationId xmlns:a16="http://schemas.microsoft.com/office/drawing/2014/main" id="{A574F1E5-1742-AF70-C19F-CFE00C1E337D}"/>
              </a:ext>
            </a:extLst>
          </p:cNvPr>
          <p:cNvSpPr txBox="1"/>
          <p:nvPr userDrawn="1"/>
        </p:nvSpPr>
        <p:spPr>
          <a:xfrm>
            <a:off x="6193663" y="4469741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16:00</a:t>
            </a:r>
          </a:p>
        </p:txBody>
      </p:sp>
      <p:sp>
        <p:nvSpPr>
          <p:cNvPr id="119" name="Textfeld 118">
            <a:extLst>
              <a:ext uri="{FF2B5EF4-FFF2-40B4-BE49-F238E27FC236}">
                <a16:creationId xmlns:a16="http://schemas.microsoft.com/office/drawing/2014/main" id="{441A79C2-8CF3-35CF-7274-B09B5E8A8B36}"/>
              </a:ext>
            </a:extLst>
          </p:cNvPr>
          <p:cNvSpPr txBox="1"/>
          <p:nvPr userDrawn="1"/>
        </p:nvSpPr>
        <p:spPr>
          <a:xfrm>
            <a:off x="3279775" y="4469741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12:00</a:t>
            </a:r>
          </a:p>
        </p:txBody>
      </p:sp>
      <p:sp>
        <p:nvSpPr>
          <p:cNvPr id="120" name="Textfeld 119">
            <a:extLst>
              <a:ext uri="{FF2B5EF4-FFF2-40B4-BE49-F238E27FC236}">
                <a16:creationId xmlns:a16="http://schemas.microsoft.com/office/drawing/2014/main" id="{A7AE2205-25BB-0C13-3070-50CEC51A20CC}"/>
              </a:ext>
            </a:extLst>
          </p:cNvPr>
          <p:cNvSpPr txBox="1"/>
          <p:nvPr userDrawn="1"/>
        </p:nvSpPr>
        <p:spPr>
          <a:xfrm>
            <a:off x="6901016" y="4469741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17:00</a:t>
            </a:r>
          </a:p>
        </p:txBody>
      </p:sp>
      <p:sp>
        <p:nvSpPr>
          <p:cNvPr id="121" name="Textfeld 120">
            <a:extLst>
              <a:ext uri="{FF2B5EF4-FFF2-40B4-BE49-F238E27FC236}">
                <a16:creationId xmlns:a16="http://schemas.microsoft.com/office/drawing/2014/main" id="{5E4C17EC-5E3E-90A0-C1CC-36CF6BF0B2C7}"/>
              </a:ext>
            </a:extLst>
          </p:cNvPr>
          <p:cNvSpPr txBox="1"/>
          <p:nvPr userDrawn="1"/>
        </p:nvSpPr>
        <p:spPr>
          <a:xfrm>
            <a:off x="7644728" y="4469741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18:00</a:t>
            </a:r>
          </a:p>
        </p:txBody>
      </p:sp>
      <p:sp>
        <p:nvSpPr>
          <p:cNvPr id="122" name="Textfeld 121">
            <a:extLst>
              <a:ext uri="{FF2B5EF4-FFF2-40B4-BE49-F238E27FC236}">
                <a16:creationId xmlns:a16="http://schemas.microsoft.com/office/drawing/2014/main" id="{C28EA83B-3B33-B09E-875A-63FBCD9EBDCB}"/>
              </a:ext>
            </a:extLst>
          </p:cNvPr>
          <p:cNvSpPr txBox="1"/>
          <p:nvPr userDrawn="1"/>
        </p:nvSpPr>
        <p:spPr>
          <a:xfrm>
            <a:off x="9095576" y="4469741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20:00</a:t>
            </a:r>
          </a:p>
        </p:txBody>
      </p:sp>
      <p:sp>
        <p:nvSpPr>
          <p:cNvPr id="123" name="Textfeld 122">
            <a:extLst>
              <a:ext uri="{FF2B5EF4-FFF2-40B4-BE49-F238E27FC236}">
                <a16:creationId xmlns:a16="http://schemas.microsoft.com/office/drawing/2014/main" id="{35D9BAE4-F68E-F5A4-BAF0-0FDDF1441BC1}"/>
              </a:ext>
            </a:extLst>
          </p:cNvPr>
          <p:cNvSpPr txBox="1"/>
          <p:nvPr userDrawn="1"/>
        </p:nvSpPr>
        <p:spPr>
          <a:xfrm>
            <a:off x="9839288" y="4469741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21:00</a:t>
            </a:r>
          </a:p>
        </p:txBody>
      </p:sp>
      <p:sp>
        <p:nvSpPr>
          <p:cNvPr id="124" name="Textfeld 123">
            <a:extLst>
              <a:ext uri="{FF2B5EF4-FFF2-40B4-BE49-F238E27FC236}">
                <a16:creationId xmlns:a16="http://schemas.microsoft.com/office/drawing/2014/main" id="{B897B2A2-C706-5C94-85A8-9DF8806E6445}"/>
              </a:ext>
            </a:extLst>
          </p:cNvPr>
          <p:cNvSpPr txBox="1"/>
          <p:nvPr userDrawn="1"/>
        </p:nvSpPr>
        <p:spPr>
          <a:xfrm>
            <a:off x="10546424" y="4469741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22:00</a:t>
            </a:r>
          </a:p>
        </p:txBody>
      </p:sp>
      <p:sp>
        <p:nvSpPr>
          <p:cNvPr id="125" name="Textfeld 124">
            <a:extLst>
              <a:ext uri="{FF2B5EF4-FFF2-40B4-BE49-F238E27FC236}">
                <a16:creationId xmlns:a16="http://schemas.microsoft.com/office/drawing/2014/main" id="{84C8A415-DADB-233B-B134-1ADC3199A1DA}"/>
              </a:ext>
            </a:extLst>
          </p:cNvPr>
          <p:cNvSpPr txBox="1"/>
          <p:nvPr userDrawn="1"/>
        </p:nvSpPr>
        <p:spPr>
          <a:xfrm>
            <a:off x="11290136" y="4469741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23:00</a:t>
            </a:r>
          </a:p>
        </p:txBody>
      </p:sp>
      <p:sp>
        <p:nvSpPr>
          <p:cNvPr id="126" name="Textfeld 125">
            <a:extLst>
              <a:ext uri="{FF2B5EF4-FFF2-40B4-BE49-F238E27FC236}">
                <a16:creationId xmlns:a16="http://schemas.microsoft.com/office/drawing/2014/main" id="{4E1B85F9-8326-EAC1-7D52-57535EB7C436}"/>
              </a:ext>
            </a:extLst>
          </p:cNvPr>
          <p:cNvSpPr txBox="1"/>
          <p:nvPr userDrawn="1"/>
        </p:nvSpPr>
        <p:spPr>
          <a:xfrm>
            <a:off x="8376248" y="4469741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19:00</a:t>
            </a:r>
          </a:p>
        </p:txBody>
      </p:sp>
      <p:sp>
        <p:nvSpPr>
          <p:cNvPr id="127" name="Textplatzhalter 11">
            <a:extLst>
              <a:ext uri="{FF2B5EF4-FFF2-40B4-BE49-F238E27FC236}">
                <a16:creationId xmlns:a16="http://schemas.microsoft.com/office/drawing/2014/main" id="{A72584E4-CAFD-75A7-B667-1FB8C4083447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1000951" y="4689165"/>
            <a:ext cx="1794417" cy="24808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vert="horz" wrap="square" lIns="36000" tIns="36000" rIns="36000" bIns="36000" anchor="ctr" anchorCtr="0">
            <a:noAutofit/>
          </a:bodyPr>
          <a:lstStyle>
            <a:lvl1pPr marL="0" indent="0" algn="ctr">
              <a:buClr>
                <a:schemeClr val="accent2"/>
              </a:buClr>
              <a:buFont typeface="+mj-lt"/>
              <a:buNone/>
              <a:tabLst/>
              <a:defRPr sz="8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28" name="Textplatzhalter 11">
            <a:extLst>
              <a:ext uri="{FF2B5EF4-FFF2-40B4-BE49-F238E27FC236}">
                <a16:creationId xmlns:a16="http://schemas.microsoft.com/office/drawing/2014/main" id="{4AAA0E93-FF4B-1D3B-576D-D854A814E5C8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1000951" y="5018282"/>
            <a:ext cx="1794417" cy="248083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6350">
            <a:solidFill>
              <a:schemeClr val="accent4"/>
            </a:solidFill>
          </a:ln>
        </p:spPr>
        <p:txBody>
          <a:bodyPr vert="horz" wrap="square" lIns="36000" tIns="36000" rIns="36000" bIns="36000" anchor="ctr" anchorCtr="0">
            <a:noAutofit/>
          </a:bodyPr>
          <a:lstStyle>
            <a:lvl1pPr marL="0" indent="0" algn="ctr">
              <a:buClr>
                <a:schemeClr val="accent2"/>
              </a:buClr>
              <a:buFont typeface="+mj-lt"/>
              <a:buNone/>
              <a:tabLst/>
              <a:defRPr sz="8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29" name="Textplatzhalter 11">
            <a:extLst>
              <a:ext uri="{FF2B5EF4-FFF2-40B4-BE49-F238E27FC236}">
                <a16:creationId xmlns:a16="http://schemas.microsoft.com/office/drawing/2014/main" id="{6807E1F5-AD71-C376-8675-C2D39A15403C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2867425" y="4689165"/>
            <a:ext cx="2417268" cy="577200"/>
          </a:xfrm>
          <a:prstGeom prst="roundRect">
            <a:avLst/>
          </a:prstGeom>
          <a:solidFill>
            <a:schemeClr val="accent3"/>
          </a:solidFill>
          <a:ln w="6350">
            <a:solidFill>
              <a:schemeClr val="accent3"/>
            </a:solidFill>
          </a:ln>
        </p:spPr>
        <p:txBody>
          <a:bodyPr vert="horz" wrap="square" lIns="36000" tIns="36000" rIns="36000" bIns="36000" anchor="ctr" anchorCtr="0">
            <a:noAutofit/>
          </a:bodyPr>
          <a:lstStyle>
            <a:lvl1pPr marL="0" indent="0" algn="ctr">
              <a:buClr>
                <a:schemeClr val="accent2"/>
              </a:buClr>
              <a:buFont typeface="+mj-lt"/>
              <a:buNone/>
              <a:tabLst/>
              <a:defRPr sz="800" b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32" name="Textplatzhalter 11">
            <a:extLst>
              <a:ext uri="{FF2B5EF4-FFF2-40B4-BE49-F238E27FC236}">
                <a16:creationId xmlns:a16="http://schemas.microsoft.com/office/drawing/2014/main" id="{80CF78CD-7C25-A513-A50F-07A07883E3F6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6847061" y="4689165"/>
            <a:ext cx="938748" cy="577200"/>
          </a:xfrm>
          <a:prstGeom prst="roundRect">
            <a:avLst/>
          </a:prstGeom>
          <a:solidFill>
            <a:schemeClr val="accent3"/>
          </a:solidFill>
          <a:ln w="6350">
            <a:solidFill>
              <a:schemeClr val="accent3"/>
            </a:solidFill>
          </a:ln>
        </p:spPr>
        <p:txBody>
          <a:bodyPr vert="horz" wrap="square" lIns="36000" tIns="36000" rIns="36000" bIns="36000" anchor="ctr" anchorCtr="0">
            <a:noAutofit/>
          </a:bodyPr>
          <a:lstStyle>
            <a:lvl1pPr marL="0" indent="0" algn="ctr">
              <a:buClr>
                <a:schemeClr val="accent2"/>
              </a:buClr>
              <a:buFont typeface="+mj-lt"/>
              <a:buNone/>
              <a:tabLst/>
              <a:defRPr sz="800" b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33" name="Textplatzhalter 11">
            <a:extLst>
              <a:ext uri="{FF2B5EF4-FFF2-40B4-BE49-F238E27FC236}">
                <a16:creationId xmlns:a16="http://schemas.microsoft.com/office/drawing/2014/main" id="{A25FC25E-AB0B-B00B-F669-D3237E64DA28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7860797" y="4689165"/>
            <a:ext cx="737289" cy="577200"/>
          </a:xfrm>
          <a:prstGeom prst="roundRect">
            <a:avLst/>
          </a:prstGeom>
          <a:solidFill>
            <a:schemeClr val="tx2"/>
          </a:solidFill>
          <a:ln w="6350">
            <a:solidFill>
              <a:schemeClr val="accent1"/>
            </a:solidFill>
          </a:ln>
        </p:spPr>
        <p:txBody>
          <a:bodyPr vert="horz" wrap="square" lIns="36000" tIns="36000" rIns="36000" bIns="36000" anchor="ctr" anchorCtr="0">
            <a:noAutofit/>
          </a:bodyPr>
          <a:lstStyle>
            <a:lvl1pPr marL="0" indent="0" algn="ctr">
              <a:buClr>
                <a:schemeClr val="accent2"/>
              </a:buClr>
              <a:buFont typeface="+mj-lt"/>
              <a:buNone/>
              <a:tabLst/>
              <a:defRPr sz="800" b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34" name="Textplatzhalter 11">
            <a:extLst>
              <a:ext uri="{FF2B5EF4-FFF2-40B4-BE49-F238E27FC236}">
                <a16:creationId xmlns:a16="http://schemas.microsoft.com/office/drawing/2014/main" id="{A6270FBC-DEE6-ADE9-4F96-46B296A1B4B5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5459224" y="4689165"/>
            <a:ext cx="1378787" cy="577200"/>
          </a:xfrm>
          <a:prstGeom prst="roundRect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vert="horz" wrap="square" lIns="36000" tIns="36000" rIns="36000" bIns="36000" anchor="ctr" anchorCtr="0">
            <a:noAutofit/>
          </a:bodyPr>
          <a:lstStyle>
            <a:lvl1pPr marL="0" indent="0" algn="ctr">
              <a:buClr>
                <a:schemeClr val="accent2"/>
              </a:buClr>
              <a:buFont typeface="+mj-lt"/>
              <a:buNone/>
              <a:tabLst/>
              <a:defRPr sz="8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35" name="Textplatzhalter 11">
            <a:extLst>
              <a:ext uri="{FF2B5EF4-FFF2-40B4-BE49-F238E27FC236}">
                <a16:creationId xmlns:a16="http://schemas.microsoft.com/office/drawing/2014/main" id="{7DCA420C-DE99-CB53-BFDD-357AF94C8366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1000814" y="5537887"/>
            <a:ext cx="1794413" cy="407494"/>
          </a:xfrm>
        </p:spPr>
        <p:txBody>
          <a:bodyPr vert="horz" wrap="square" anchor="t" anchorCtr="0">
            <a:noAutofit/>
          </a:bodyPr>
          <a:lstStyle>
            <a:lvl1pPr marL="0" indent="0" algn="l">
              <a:buClr>
                <a:schemeClr val="accent2"/>
              </a:buClr>
              <a:buFont typeface="+mj-lt"/>
              <a:buNone/>
              <a:tabLst/>
              <a:defRPr sz="8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37" name="Textplatzhalter 11">
            <a:extLst>
              <a:ext uri="{FF2B5EF4-FFF2-40B4-BE49-F238E27FC236}">
                <a16:creationId xmlns:a16="http://schemas.microsoft.com/office/drawing/2014/main" id="{CB54FF9D-6D68-6381-BE02-17ECCB547540}"/>
              </a:ext>
            </a:extLst>
          </p:cNvPr>
          <p:cNvSpPr>
            <a:spLocks noGrp="1"/>
          </p:cNvSpPr>
          <p:nvPr>
            <p:ph type="body" sz="quarter" idx="134" hasCustomPrompt="1"/>
          </p:nvPr>
        </p:nvSpPr>
        <p:spPr>
          <a:xfrm>
            <a:off x="5464320" y="5555391"/>
            <a:ext cx="1364640" cy="407494"/>
          </a:xfrm>
        </p:spPr>
        <p:txBody>
          <a:bodyPr vert="horz" wrap="square" anchor="t" anchorCtr="0">
            <a:noAutofit/>
          </a:bodyPr>
          <a:lstStyle>
            <a:lvl1pPr marL="0" indent="0" algn="l">
              <a:buClr>
                <a:schemeClr val="accent2"/>
              </a:buClr>
              <a:buFont typeface="+mj-lt"/>
              <a:buNone/>
              <a:tabLst/>
              <a:defRPr sz="8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38" name="Textplatzhalter 11">
            <a:extLst>
              <a:ext uri="{FF2B5EF4-FFF2-40B4-BE49-F238E27FC236}">
                <a16:creationId xmlns:a16="http://schemas.microsoft.com/office/drawing/2014/main" id="{730D11AD-0F47-473F-AA4B-CDD7ADCE353B}"/>
              </a:ext>
            </a:extLst>
          </p:cNvPr>
          <p:cNvSpPr>
            <a:spLocks noGrp="1"/>
          </p:cNvSpPr>
          <p:nvPr>
            <p:ph type="body" sz="quarter" idx="135" hasCustomPrompt="1"/>
          </p:nvPr>
        </p:nvSpPr>
        <p:spPr>
          <a:xfrm>
            <a:off x="6847568" y="5555391"/>
            <a:ext cx="938242" cy="407494"/>
          </a:xfrm>
        </p:spPr>
        <p:txBody>
          <a:bodyPr vert="horz" wrap="square" anchor="t" anchorCtr="0">
            <a:noAutofit/>
          </a:bodyPr>
          <a:lstStyle>
            <a:lvl1pPr marL="0" indent="0" algn="l">
              <a:buClr>
                <a:schemeClr val="accent2"/>
              </a:buClr>
              <a:buFont typeface="+mj-lt"/>
              <a:buNone/>
              <a:tabLst/>
              <a:defRPr sz="8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39" name="Textplatzhalter 11">
            <a:extLst>
              <a:ext uri="{FF2B5EF4-FFF2-40B4-BE49-F238E27FC236}">
                <a16:creationId xmlns:a16="http://schemas.microsoft.com/office/drawing/2014/main" id="{64485C69-EBEC-390C-274C-61F5E2EB383E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7860797" y="5555391"/>
            <a:ext cx="737287" cy="407494"/>
          </a:xfrm>
        </p:spPr>
        <p:txBody>
          <a:bodyPr vert="horz" wrap="square" anchor="t" anchorCtr="0">
            <a:noAutofit/>
          </a:bodyPr>
          <a:lstStyle>
            <a:lvl1pPr marL="0" indent="0" algn="l">
              <a:buClr>
                <a:schemeClr val="accent2"/>
              </a:buClr>
              <a:buFont typeface="+mj-lt"/>
              <a:buNone/>
              <a:tabLst/>
              <a:defRPr sz="8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42" name="Textplatzhalter 11">
            <a:extLst>
              <a:ext uri="{FF2B5EF4-FFF2-40B4-BE49-F238E27FC236}">
                <a16:creationId xmlns:a16="http://schemas.microsoft.com/office/drawing/2014/main" id="{B4DE3707-52A9-83DC-D046-5921C3C33AC0}"/>
              </a:ext>
            </a:extLst>
          </p:cNvPr>
          <p:cNvSpPr>
            <a:spLocks noGrp="1"/>
          </p:cNvSpPr>
          <p:nvPr>
            <p:ph type="body" sz="quarter" idx="138" hasCustomPrompt="1"/>
          </p:nvPr>
        </p:nvSpPr>
        <p:spPr>
          <a:xfrm>
            <a:off x="2887743" y="5555391"/>
            <a:ext cx="2396950" cy="407494"/>
          </a:xfrm>
        </p:spPr>
        <p:txBody>
          <a:bodyPr vert="horz" wrap="square" anchor="t" anchorCtr="0">
            <a:noAutofit/>
          </a:bodyPr>
          <a:lstStyle>
            <a:lvl1pPr marL="0" indent="0" algn="l">
              <a:buClr>
                <a:schemeClr val="accent2"/>
              </a:buClr>
              <a:buFont typeface="+mj-lt"/>
              <a:buNone/>
              <a:tabLst/>
              <a:defRPr sz="8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7675148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088362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 Points A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11A66E65-22A4-472A-AF5C-D7272E0550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24084" y="135597"/>
            <a:ext cx="1332000" cy="483976"/>
          </a:xfrm>
          <a:prstGeom prst="rect">
            <a:avLst/>
          </a:prstGeom>
        </p:spPr>
      </p:pic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468E5D27-35C7-28BD-8780-B9A40B609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26486" y="6445624"/>
            <a:ext cx="3741177" cy="180000"/>
          </a:xfrm>
        </p:spPr>
        <p:txBody>
          <a:bodyPr/>
          <a:lstStyle/>
          <a:p>
            <a:endParaRPr lang="de-DE"/>
          </a:p>
        </p:txBody>
      </p:sp>
      <p:sp>
        <p:nvSpPr>
          <p:cNvPr id="11" name="Foliennummernplatzhalter 5">
            <a:extLst>
              <a:ext uri="{FF2B5EF4-FFF2-40B4-BE49-F238E27FC236}">
                <a16:creationId xmlns:a16="http://schemas.microsoft.com/office/drawing/2014/main" id="{AEBA483A-6BDA-35AB-958E-A8914F097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1835" y="6445624"/>
            <a:ext cx="1726639" cy="180000"/>
          </a:xfrm>
        </p:spPr>
        <p:txBody>
          <a:bodyPr/>
          <a:lstStyle/>
          <a:p>
            <a:fld id="{CD4E02FD-C3A1-7C44-8124-2051456A821D}" type="slidenum">
              <a:rPr lang="de-DE" smtClean="0"/>
              <a:t>‹Nr.›</a:t>
            </a:fld>
            <a:endParaRPr lang="de-DE"/>
          </a:p>
        </p:txBody>
      </p:sp>
      <p:sp>
        <p:nvSpPr>
          <p:cNvPr id="5" name="Untertitel 2">
            <a:extLst>
              <a:ext uri="{FF2B5EF4-FFF2-40B4-BE49-F238E27FC236}">
                <a16:creationId xmlns:a16="http://schemas.microsoft.com/office/drawing/2014/main" id="{C1E780AC-CCA4-A79B-28E4-34690CFA5D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524" y="199842"/>
            <a:ext cx="9685337" cy="219932"/>
          </a:xfrm>
        </p:spPr>
        <p:txBody>
          <a:bodyPr wrap="square">
            <a:spAutoFit/>
          </a:bodyPr>
          <a:lstStyle>
            <a:lvl1pPr marL="0" indent="0" algn="l">
              <a:buNone/>
              <a:defRPr sz="1300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6" name="Textplatzhalter 11">
            <a:extLst>
              <a:ext uri="{FF2B5EF4-FFF2-40B4-BE49-F238E27FC236}">
                <a16:creationId xmlns:a16="http://schemas.microsoft.com/office/drawing/2014/main" id="{B1FEB9C4-2603-550B-74B0-9F04ACE1E43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01687" y="3138876"/>
            <a:ext cx="5454470" cy="346249"/>
          </a:xfrm>
        </p:spPr>
        <p:txBody>
          <a:bodyPr vert="horz" wrap="square" anchor="b" anchorCtr="0">
            <a:spAutoFit/>
          </a:bodyPr>
          <a:lstStyle>
            <a:lvl1pPr marL="0" indent="0" algn="l"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Headline</a:t>
            </a:r>
          </a:p>
        </p:txBody>
      </p:sp>
      <p:sp>
        <p:nvSpPr>
          <p:cNvPr id="7" name="Textplatzhalter 11">
            <a:extLst>
              <a:ext uri="{FF2B5EF4-FFF2-40B4-BE49-F238E27FC236}">
                <a16:creationId xmlns:a16="http://schemas.microsoft.com/office/drawing/2014/main" id="{A21BD9FC-3118-7DAC-8414-D46D821CB44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01686" y="3834003"/>
            <a:ext cx="5454470" cy="1205675"/>
          </a:xfrm>
        </p:spPr>
        <p:txBody>
          <a:bodyPr vert="horz" wrap="square" anchor="t" anchorCtr="0">
            <a:noAutofit/>
          </a:bodyPr>
          <a:lstStyle>
            <a:lvl1pPr marL="227013" indent="-227013" algn="l">
              <a:buClr>
                <a:schemeClr val="accent2"/>
              </a:buClr>
              <a:buFont typeface="+mj-lt"/>
              <a:buAutoNum type="arabicPeriod"/>
              <a:tabLst/>
              <a:defRPr sz="15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23" name="Textplatzhalter 7">
            <a:extLst>
              <a:ext uri="{FF2B5EF4-FFF2-40B4-BE49-F238E27FC236}">
                <a16:creationId xmlns:a16="http://schemas.microsoft.com/office/drawing/2014/main" id="{5ED13E69-4B1C-E86A-8E60-2F2241FC086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3154" y="2490529"/>
            <a:ext cx="776288" cy="695127"/>
          </a:xfrm>
        </p:spPr>
        <p:txBody>
          <a:bodyPr wrap="square" anchor="t" anchorCtr="0">
            <a:spAutoFit/>
          </a:bodyPr>
          <a:lstStyle>
            <a:lvl1pPr marL="0" indent="0" algn="ctr">
              <a:buNone/>
              <a:defRPr sz="4000" b="0" cap="none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🧠</a:t>
            </a:r>
          </a:p>
        </p:txBody>
      </p:sp>
      <p:sp>
        <p:nvSpPr>
          <p:cNvPr id="26" name="Textplatzhalter 11">
            <a:extLst>
              <a:ext uri="{FF2B5EF4-FFF2-40B4-BE49-F238E27FC236}">
                <a16:creationId xmlns:a16="http://schemas.microsoft.com/office/drawing/2014/main" id="{0A631923-9D86-CFEC-6766-4F2A6EFDCB4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459588" y="3138876"/>
            <a:ext cx="5468887" cy="346249"/>
          </a:xfrm>
        </p:spPr>
        <p:txBody>
          <a:bodyPr vert="horz" wrap="square" anchor="b" anchorCtr="0">
            <a:spAutoFit/>
          </a:bodyPr>
          <a:lstStyle>
            <a:lvl1pPr marL="0" indent="0" algn="l"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Headline</a:t>
            </a:r>
          </a:p>
        </p:txBody>
      </p:sp>
      <p:sp>
        <p:nvSpPr>
          <p:cNvPr id="27" name="Textplatzhalter 11">
            <a:extLst>
              <a:ext uri="{FF2B5EF4-FFF2-40B4-BE49-F238E27FC236}">
                <a16:creationId xmlns:a16="http://schemas.microsoft.com/office/drawing/2014/main" id="{C286908B-E9BF-0FE2-C858-06CCAFE216D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459588" y="3834003"/>
            <a:ext cx="5454470" cy="1205675"/>
          </a:xfrm>
        </p:spPr>
        <p:txBody>
          <a:bodyPr vert="horz" wrap="square" anchor="t" anchorCtr="0">
            <a:noAutofit/>
          </a:bodyPr>
          <a:lstStyle>
            <a:lvl1pPr marL="227013" indent="-227013" algn="l">
              <a:buClr>
                <a:schemeClr val="accent2"/>
              </a:buClr>
              <a:buFont typeface="+mj-lt"/>
              <a:buAutoNum type="arabicPeriod"/>
              <a:tabLst/>
              <a:defRPr sz="15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32" name="Textplatzhalter 7">
            <a:extLst>
              <a:ext uri="{FF2B5EF4-FFF2-40B4-BE49-F238E27FC236}">
                <a16:creationId xmlns:a16="http://schemas.microsoft.com/office/drawing/2014/main" id="{5F0A3AA9-DB2F-05D3-1AAF-6353FA34CBE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461056" y="2490529"/>
            <a:ext cx="776288" cy="695127"/>
          </a:xfrm>
        </p:spPr>
        <p:txBody>
          <a:bodyPr wrap="square" anchor="t" anchorCtr="0">
            <a:spAutoFit/>
          </a:bodyPr>
          <a:lstStyle>
            <a:lvl1pPr marL="0" indent="0" algn="ctr">
              <a:buNone/>
              <a:defRPr sz="4000" b="0" cap="none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🤕</a:t>
            </a:r>
          </a:p>
        </p:txBody>
      </p:sp>
      <p:sp>
        <p:nvSpPr>
          <p:cNvPr id="40" name="Titel 1">
            <a:extLst>
              <a:ext uri="{FF2B5EF4-FFF2-40B4-BE49-F238E27FC236}">
                <a16:creationId xmlns:a16="http://schemas.microsoft.com/office/drawing/2014/main" id="{6934E6B8-07CA-6038-56DF-76B274E47C5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8661" y="663423"/>
            <a:ext cx="7759002" cy="492443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80000"/>
              </a:lnSpc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hEADLINE</a:t>
            </a:r>
            <a:endParaRPr lang="de-DE"/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B40C1630-CE8D-676F-3D8C-741320EC740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613456" y="2642929"/>
            <a:ext cx="776288" cy="695127"/>
          </a:xfrm>
        </p:spPr>
        <p:txBody>
          <a:bodyPr wrap="square" anchor="t" anchorCtr="0">
            <a:spAutoFit/>
          </a:bodyPr>
          <a:lstStyle>
            <a:lvl1pPr marL="0" indent="0" algn="ctr">
              <a:buNone/>
              <a:defRPr sz="4000" b="0" cap="none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🤕</a:t>
            </a:r>
          </a:p>
        </p:txBody>
      </p:sp>
    </p:spTree>
    <p:extLst>
      <p:ext uri="{BB962C8B-B14F-4D97-AF65-F5344CB8AC3E}">
        <p14:creationId xmlns:p14="http://schemas.microsoft.com/office/powerpoint/2010/main" val="96622090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 Points White +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468E5D27-35C7-28BD-8780-B9A40B609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26486" y="6445624"/>
            <a:ext cx="3741177" cy="18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1" name="Foliennummernplatzhalter 5">
            <a:extLst>
              <a:ext uri="{FF2B5EF4-FFF2-40B4-BE49-F238E27FC236}">
                <a16:creationId xmlns:a16="http://schemas.microsoft.com/office/drawing/2014/main" id="{AEBA483A-6BDA-35AB-958E-A8914F097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1835" y="6445624"/>
            <a:ext cx="1726639" cy="18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D4E02FD-C3A1-7C44-8124-2051456A821D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C11DD44F-FF51-4E16-A3B8-4D17464BD1FB}"/>
              </a:ext>
            </a:extLst>
          </p:cNvPr>
          <p:cNvSpPr txBox="1"/>
          <p:nvPr userDrawn="1"/>
        </p:nvSpPr>
        <p:spPr>
          <a:xfrm>
            <a:off x="263526" y="6445624"/>
            <a:ext cx="1728788" cy="18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CONFIDENTIAL</a:t>
            </a:r>
          </a:p>
        </p:txBody>
      </p:sp>
      <p:sp>
        <p:nvSpPr>
          <p:cNvPr id="5" name="Untertitel 2">
            <a:extLst>
              <a:ext uri="{FF2B5EF4-FFF2-40B4-BE49-F238E27FC236}">
                <a16:creationId xmlns:a16="http://schemas.microsoft.com/office/drawing/2014/main" id="{C1E780AC-CCA4-A79B-28E4-34690CFA5D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525" y="199842"/>
            <a:ext cx="5707064" cy="219932"/>
          </a:xfrm>
        </p:spPr>
        <p:txBody>
          <a:bodyPr wrap="square">
            <a:spAutoFit/>
          </a:bodyPr>
          <a:lstStyle>
            <a:lvl1pPr marL="0" indent="0" algn="l">
              <a:buNone/>
              <a:defRPr sz="130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6" name="Textplatzhalter 11">
            <a:extLst>
              <a:ext uri="{FF2B5EF4-FFF2-40B4-BE49-F238E27FC236}">
                <a16:creationId xmlns:a16="http://schemas.microsoft.com/office/drawing/2014/main" id="{B1FEB9C4-2603-550B-74B0-9F04ACE1E43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21413" y="1816599"/>
            <a:ext cx="5722147" cy="346249"/>
          </a:xfrm>
        </p:spPr>
        <p:txBody>
          <a:bodyPr vert="horz" wrap="square" anchor="b" anchorCtr="0">
            <a:spAutoFit/>
          </a:bodyPr>
          <a:lstStyle>
            <a:lvl1pPr marL="0" indent="0" algn="l">
              <a:buNone/>
              <a:defRPr sz="20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Headline</a:t>
            </a:r>
          </a:p>
        </p:txBody>
      </p:sp>
      <p:sp>
        <p:nvSpPr>
          <p:cNvPr id="7" name="Textplatzhalter 11">
            <a:extLst>
              <a:ext uri="{FF2B5EF4-FFF2-40B4-BE49-F238E27FC236}">
                <a16:creationId xmlns:a16="http://schemas.microsoft.com/office/drawing/2014/main" id="{A21BD9FC-3118-7DAC-8414-D46D821CB44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221413" y="2511726"/>
            <a:ext cx="5707062" cy="1205675"/>
          </a:xfrm>
        </p:spPr>
        <p:txBody>
          <a:bodyPr vert="horz" wrap="square" anchor="t" anchorCtr="0">
            <a:noAutofit/>
          </a:bodyPr>
          <a:lstStyle>
            <a:lvl1pPr marL="227013" indent="-227013" algn="l">
              <a:buClr>
                <a:schemeClr val="accent2"/>
              </a:buClr>
              <a:buFont typeface="+mj-lt"/>
              <a:buAutoNum type="arabicPeriod"/>
              <a:tabLst/>
              <a:defRPr sz="15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26" name="Textplatzhalter 11">
            <a:extLst>
              <a:ext uri="{FF2B5EF4-FFF2-40B4-BE49-F238E27FC236}">
                <a16:creationId xmlns:a16="http://schemas.microsoft.com/office/drawing/2014/main" id="{0A631923-9D86-CFEC-6766-4F2A6EFDCB4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221413" y="3974936"/>
            <a:ext cx="5737272" cy="346249"/>
          </a:xfrm>
        </p:spPr>
        <p:txBody>
          <a:bodyPr vert="horz" wrap="square" anchor="b" anchorCtr="0">
            <a:spAutoFit/>
          </a:bodyPr>
          <a:lstStyle>
            <a:lvl1pPr marL="0" indent="0" algn="l">
              <a:buNone/>
              <a:defRPr sz="20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Headline</a:t>
            </a:r>
          </a:p>
        </p:txBody>
      </p:sp>
      <p:sp>
        <p:nvSpPr>
          <p:cNvPr id="27" name="Textplatzhalter 11">
            <a:extLst>
              <a:ext uri="{FF2B5EF4-FFF2-40B4-BE49-F238E27FC236}">
                <a16:creationId xmlns:a16="http://schemas.microsoft.com/office/drawing/2014/main" id="{C286908B-E9BF-0FE2-C858-06CCAFE216D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221412" y="4670063"/>
            <a:ext cx="5722147" cy="1205675"/>
          </a:xfrm>
        </p:spPr>
        <p:txBody>
          <a:bodyPr vert="horz" wrap="square" anchor="t" anchorCtr="0">
            <a:noAutofit/>
          </a:bodyPr>
          <a:lstStyle>
            <a:lvl1pPr marL="230188" indent="-219075" algn="l"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5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744EB1A-8369-3524-5583-F79CA467BB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724084" y="135600"/>
            <a:ext cx="1332000" cy="483969"/>
          </a:xfrm>
          <a:prstGeom prst="rect">
            <a:avLst/>
          </a:prstGeom>
        </p:spPr>
      </p:pic>
      <p:sp>
        <p:nvSpPr>
          <p:cNvPr id="4" name="Bildplatzhalter 6">
            <a:extLst>
              <a:ext uri="{FF2B5EF4-FFF2-40B4-BE49-F238E27FC236}">
                <a16:creationId xmlns:a16="http://schemas.microsoft.com/office/drawing/2014/main" id="{5ADB2A62-1AB4-A8E0-81ED-B1206C2F6B3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63524" y="1916113"/>
            <a:ext cx="5315473" cy="4020514"/>
          </a:xfrm>
          <a:prstGeom prst="roundRect">
            <a:avLst>
              <a:gd name="adj" fmla="val 2568"/>
            </a:avLst>
          </a:prstGeom>
          <a:noFill/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Image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E5105EFE-840E-AB49-2782-59682BA3504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8661" y="663423"/>
            <a:ext cx="7759002" cy="492443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80000"/>
              </a:lnSpc>
              <a:defRPr sz="4000" cap="all" baseline="0">
                <a:solidFill>
                  <a:schemeClr val="tx1"/>
                </a:solidFill>
              </a:defRPr>
            </a:lvl1pPr>
          </a:lstStyle>
          <a:p>
            <a:r>
              <a:rPr lang="de-DE" err="1"/>
              <a:t>hEADLINE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130632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667"/>
            </a:lvl1pPr>
          </a:lstStyle>
          <a:p>
            <a:r>
              <a:rPr lang="de-DE"/>
              <a:t>Mastertitelformat</a:t>
            </a:r>
            <a:br>
              <a:rPr lang="de-DE"/>
            </a:br>
            <a:r>
              <a:rPr lang="de-DE"/>
              <a:t>zweizeilig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4466A-AA17-A640-B8E8-DAFEE2D96497}" type="datetime1">
              <a:rPr lang="de-DE" smtClean="0"/>
              <a:t>13.02.2026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67371-79AD-2841-B6C3-A98DCF8B0872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Bild 6" descr="LEAD_Mindset&amp;Capabilities-RGB-592x520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46" b="32335"/>
          <a:stretch/>
        </p:blipFill>
        <p:spPr>
          <a:xfrm>
            <a:off x="9873130" y="341404"/>
            <a:ext cx="1709271" cy="1028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67193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ullet Points Ash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11A66E65-22A4-472A-AF5C-D7272E0550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24084" y="135597"/>
            <a:ext cx="1332000" cy="483976"/>
          </a:xfrm>
          <a:prstGeom prst="rect">
            <a:avLst/>
          </a:prstGeom>
        </p:spPr>
      </p:pic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468E5D27-35C7-28BD-8780-B9A40B609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26486" y="6445624"/>
            <a:ext cx="3741177" cy="180000"/>
          </a:xfrm>
        </p:spPr>
        <p:txBody>
          <a:bodyPr/>
          <a:lstStyle/>
          <a:p>
            <a:endParaRPr lang="de-DE"/>
          </a:p>
        </p:txBody>
      </p:sp>
      <p:sp>
        <p:nvSpPr>
          <p:cNvPr id="11" name="Foliennummernplatzhalter 5">
            <a:extLst>
              <a:ext uri="{FF2B5EF4-FFF2-40B4-BE49-F238E27FC236}">
                <a16:creationId xmlns:a16="http://schemas.microsoft.com/office/drawing/2014/main" id="{AEBA483A-6BDA-35AB-958E-A8914F097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1835" y="6445624"/>
            <a:ext cx="1726639" cy="180000"/>
          </a:xfrm>
        </p:spPr>
        <p:txBody>
          <a:bodyPr/>
          <a:lstStyle/>
          <a:p>
            <a:fld id="{CD4E02FD-C3A1-7C44-8124-2051456A821D}" type="slidenum">
              <a:rPr lang="de-DE" smtClean="0"/>
              <a:t>‹Nr.›</a:t>
            </a:fld>
            <a:endParaRPr lang="de-DE"/>
          </a:p>
        </p:txBody>
      </p:sp>
      <p:sp>
        <p:nvSpPr>
          <p:cNvPr id="5" name="Untertitel 2">
            <a:extLst>
              <a:ext uri="{FF2B5EF4-FFF2-40B4-BE49-F238E27FC236}">
                <a16:creationId xmlns:a16="http://schemas.microsoft.com/office/drawing/2014/main" id="{C1E780AC-CCA4-A79B-28E4-34690CFA5D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524" y="199842"/>
            <a:ext cx="9685337" cy="219932"/>
          </a:xfrm>
        </p:spPr>
        <p:txBody>
          <a:bodyPr wrap="square">
            <a:spAutoFit/>
          </a:bodyPr>
          <a:lstStyle>
            <a:lvl1pPr marL="0" indent="0" algn="l">
              <a:buNone/>
              <a:defRPr sz="1300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6" name="Textplatzhalter 11">
            <a:extLst>
              <a:ext uri="{FF2B5EF4-FFF2-40B4-BE49-F238E27FC236}">
                <a16:creationId xmlns:a16="http://schemas.microsoft.com/office/drawing/2014/main" id="{B1FEB9C4-2603-550B-74B0-9F04ACE1E43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01686" y="3138876"/>
            <a:ext cx="5468887" cy="346249"/>
          </a:xfrm>
        </p:spPr>
        <p:txBody>
          <a:bodyPr vert="horz" wrap="square" anchor="b" anchorCtr="0">
            <a:spAutoFit/>
          </a:bodyPr>
          <a:lstStyle>
            <a:lvl1pPr marL="0" indent="0" algn="l"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Headline</a:t>
            </a:r>
          </a:p>
        </p:txBody>
      </p:sp>
      <p:sp>
        <p:nvSpPr>
          <p:cNvPr id="7" name="Textplatzhalter 11">
            <a:extLst>
              <a:ext uri="{FF2B5EF4-FFF2-40B4-BE49-F238E27FC236}">
                <a16:creationId xmlns:a16="http://schemas.microsoft.com/office/drawing/2014/main" id="{A21BD9FC-3118-7DAC-8414-D46D821CB44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01686" y="3834003"/>
            <a:ext cx="5454470" cy="1205675"/>
          </a:xfrm>
        </p:spPr>
        <p:txBody>
          <a:bodyPr vert="horz" wrap="square" anchor="t" anchorCtr="0">
            <a:noAutofit/>
          </a:bodyPr>
          <a:lstStyle>
            <a:lvl1pPr marL="227013" indent="-227013" algn="l">
              <a:buClr>
                <a:schemeClr val="accent2"/>
              </a:buClr>
              <a:buFont typeface="+mj-lt"/>
              <a:buAutoNum type="arabicPeriod"/>
              <a:tabLst/>
              <a:defRPr sz="15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cxnSp>
        <p:nvCxnSpPr>
          <p:cNvPr id="19" name="Gerade Verbindung 18">
            <a:extLst>
              <a:ext uri="{FF2B5EF4-FFF2-40B4-BE49-F238E27FC236}">
                <a16:creationId xmlns:a16="http://schemas.microsoft.com/office/drawing/2014/main" id="{0AC1B606-172E-0DC8-2F3F-1040D9675F0C}"/>
              </a:ext>
            </a:extLst>
          </p:cNvPr>
          <p:cNvCxnSpPr>
            <a:cxnSpLocks/>
          </p:cNvCxnSpPr>
          <p:nvPr userDrawn="1"/>
        </p:nvCxnSpPr>
        <p:spPr>
          <a:xfrm flipV="1">
            <a:off x="263525" y="2528608"/>
            <a:ext cx="0" cy="251107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platzhalter 7">
            <a:extLst>
              <a:ext uri="{FF2B5EF4-FFF2-40B4-BE49-F238E27FC236}">
                <a16:creationId xmlns:a16="http://schemas.microsoft.com/office/drawing/2014/main" id="{5ED13E69-4B1C-E86A-8E60-2F2241FC086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3154" y="2490529"/>
            <a:ext cx="776288" cy="695127"/>
          </a:xfrm>
        </p:spPr>
        <p:txBody>
          <a:bodyPr wrap="square" anchor="t" anchorCtr="0">
            <a:spAutoFit/>
          </a:bodyPr>
          <a:lstStyle>
            <a:lvl1pPr marL="0" indent="0" algn="ctr">
              <a:buNone/>
              <a:defRPr sz="4000" b="0" cap="none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🧠</a:t>
            </a:r>
          </a:p>
        </p:txBody>
      </p:sp>
      <p:sp>
        <p:nvSpPr>
          <p:cNvPr id="26" name="Textplatzhalter 11">
            <a:extLst>
              <a:ext uri="{FF2B5EF4-FFF2-40B4-BE49-F238E27FC236}">
                <a16:creationId xmlns:a16="http://schemas.microsoft.com/office/drawing/2014/main" id="{0A631923-9D86-CFEC-6766-4F2A6EFDCB4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459588" y="3138876"/>
            <a:ext cx="5468887" cy="346249"/>
          </a:xfrm>
        </p:spPr>
        <p:txBody>
          <a:bodyPr vert="horz" wrap="square" anchor="b" anchorCtr="0">
            <a:spAutoFit/>
          </a:bodyPr>
          <a:lstStyle>
            <a:lvl1pPr marL="0" indent="0" algn="l"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Headline</a:t>
            </a:r>
          </a:p>
        </p:txBody>
      </p:sp>
      <p:sp>
        <p:nvSpPr>
          <p:cNvPr id="27" name="Textplatzhalter 11">
            <a:extLst>
              <a:ext uri="{FF2B5EF4-FFF2-40B4-BE49-F238E27FC236}">
                <a16:creationId xmlns:a16="http://schemas.microsoft.com/office/drawing/2014/main" id="{C286908B-E9BF-0FE2-C858-06CCAFE216D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459588" y="3834003"/>
            <a:ext cx="5454470" cy="1205675"/>
          </a:xfrm>
        </p:spPr>
        <p:txBody>
          <a:bodyPr vert="horz" wrap="square" anchor="t" anchorCtr="0">
            <a:noAutofit/>
          </a:bodyPr>
          <a:lstStyle>
            <a:lvl1pPr marL="227013" indent="-227013" algn="l">
              <a:buClr>
                <a:schemeClr val="accent2"/>
              </a:buClr>
              <a:buFont typeface="+mj-lt"/>
              <a:buAutoNum type="arabicPeriod"/>
              <a:tabLst/>
              <a:defRPr sz="15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cxnSp>
        <p:nvCxnSpPr>
          <p:cNvPr id="28" name="Gerade Verbindung 27">
            <a:extLst>
              <a:ext uri="{FF2B5EF4-FFF2-40B4-BE49-F238E27FC236}">
                <a16:creationId xmlns:a16="http://schemas.microsoft.com/office/drawing/2014/main" id="{AD747DDE-5AFB-081D-8620-023BD7A20064}"/>
              </a:ext>
            </a:extLst>
          </p:cNvPr>
          <p:cNvCxnSpPr>
            <a:cxnSpLocks/>
          </p:cNvCxnSpPr>
          <p:nvPr userDrawn="1"/>
        </p:nvCxnSpPr>
        <p:spPr>
          <a:xfrm flipV="1">
            <a:off x="6221427" y="2528608"/>
            <a:ext cx="0" cy="251107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platzhalter 7">
            <a:extLst>
              <a:ext uri="{FF2B5EF4-FFF2-40B4-BE49-F238E27FC236}">
                <a16:creationId xmlns:a16="http://schemas.microsoft.com/office/drawing/2014/main" id="{5F0A3AA9-DB2F-05D3-1AAF-6353FA34CBE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461056" y="2490529"/>
            <a:ext cx="776288" cy="695127"/>
          </a:xfrm>
        </p:spPr>
        <p:txBody>
          <a:bodyPr wrap="square" anchor="t" anchorCtr="0">
            <a:spAutoFit/>
          </a:bodyPr>
          <a:lstStyle>
            <a:lvl1pPr marL="0" indent="0" algn="ctr">
              <a:buNone/>
              <a:defRPr sz="4000" b="0" cap="none" baseline="0"/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🤕</a:t>
            </a:r>
          </a:p>
        </p:txBody>
      </p:sp>
      <p:sp>
        <p:nvSpPr>
          <p:cNvPr id="40" name="Titel 1">
            <a:extLst>
              <a:ext uri="{FF2B5EF4-FFF2-40B4-BE49-F238E27FC236}">
                <a16:creationId xmlns:a16="http://schemas.microsoft.com/office/drawing/2014/main" id="{6934E6B8-07CA-6038-56DF-76B274E47C5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8661" y="663423"/>
            <a:ext cx="7759002" cy="492443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80000"/>
              </a:lnSpc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hEADLINE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90676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468E5D27-35C7-28BD-8780-B9A40B609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26486" y="6445624"/>
            <a:ext cx="3741177" cy="18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1" name="Foliennummernplatzhalter 5">
            <a:extLst>
              <a:ext uri="{FF2B5EF4-FFF2-40B4-BE49-F238E27FC236}">
                <a16:creationId xmlns:a16="http://schemas.microsoft.com/office/drawing/2014/main" id="{AEBA483A-6BDA-35AB-958E-A8914F097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1835" y="6445624"/>
            <a:ext cx="1726639" cy="18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D4E02FD-C3A1-7C44-8124-2051456A821D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C11DD44F-FF51-4E16-A3B8-4D17464BD1FB}"/>
              </a:ext>
            </a:extLst>
          </p:cNvPr>
          <p:cNvSpPr txBox="1"/>
          <p:nvPr userDrawn="1"/>
        </p:nvSpPr>
        <p:spPr>
          <a:xfrm>
            <a:off x="263526" y="6445624"/>
            <a:ext cx="1728788" cy="18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CONFIDENTIAL</a:t>
            </a:r>
          </a:p>
        </p:txBody>
      </p:sp>
      <p:sp>
        <p:nvSpPr>
          <p:cNvPr id="5" name="Untertitel 2">
            <a:extLst>
              <a:ext uri="{FF2B5EF4-FFF2-40B4-BE49-F238E27FC236}">
                <a16:creationId xmlns:a16="http://schemas.microsoft.com/office/drawing/2014/main" id="{C1E780AC-CCA4-A79B-28E4-34690CFA5D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525" y="211700"/>
            <a:ext cx="5707064" cy="219932"/>
          </a:xfrm>
        </p:spPr>
        <p:txBody>
          <a:bodyPr wrap="square">
            <a:spAutoFit/>
          </a:bodyPr>
          <a:lstStyle>
            <a:lvl1pPr marL="0" indent="0" algn="l">
              <a:buNone/>
              <a:defRPr sz="1300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744EB1A-8369-3524-5583-F79CA467BB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724084" y="135600"/>
            <a:ext cx="1332000" cy="483969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9E579BB1-EE88-ACB6-91B5-A5BB698FA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8661" y="663423"/>
            <a:ext cx="7759002" cy="492443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80000"/>
              </a:lnSpc>
              <a:defRPr sz="4000" cap="all" baseline="0">
                <a:solidFill>
                  <a:schemeClr val="tx1"/>
                </a:solidFill>
              </a:defRPr>
            </a:lvl1pPr>
          </a:lstStyle>
          <a:p>
            <a:r>
              <a:rPr lang="de-DE" err="1"/>
              <a:t>hEADLINE</a:t>
            </a:r>
            <a:endParaRPr lang="de-DE"/>
          </a:p>
        </p:txBody>
      </p:sp>
      <p:sp>
        <p:nvSpPr>
          <p:cNvPr id="20" name="Textplatzhalter 11">
            <a:extLst>
              <a:ext uri="{FF2B5EF4-FFF2-40B4-BE49-F238E27FC236}">
                <a16:creationId xmlns:a16="http://schemas.microsoft.com/office/drawing/2014/main" id="{D3E966C3-6E6C-AC79-A724-FC13113CE5B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970588" y="3888812"/>
            <a:ext cx="5957885" cy="2061137"/>
          </a:xfrm>
          <a:prstGeom prst="roundRect">
            <a:avLst>
              <a:gd name="adj" fmla="val 5847"/>
            </a:avLst>
          </a:prstGeom>
          <a:solidFill>
            <a:schemeClr val="accent2"/>
          </a:solidFill>
          <a:ln w="6350">
            <a:solidFill>
              <a:schemeClr val="tx2"/>
            </a:solidFill>
          </a:ln>
        </p:spPr>
        <p:txBody>
          <a:bodyPr vert="horz" wrap="square" lIns="216000" tIns="288000" rIns="216000" bIns="216000" anchor="t" anchorCtr="0">
            <a:noAutofit/>
          </a:bodyPr>
          <a:lstStyle>
            <a:lvl1pPr marL="0" indent="0" algn="l">
              <a:buNone/>
              <a:defRPr sz="18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Headline</a:t>
            </a:r>
          </a:p>
        </p:txBody>
      </p:sp>
      <p:sp>
        <p:nvSpPr>
          <p:cNvPr id="21" name="Textplatzhalter 11">
            <a:extLst>
              <a:ext uri="{FF2B5EF4-FFF2-40B4-BE49-F238E27FC236}">
                <a16:creationId xmlns:a16="http://schemas.microsoft.com/office/drawing/2014/main" id="{F8170484-9520-4B3C-1BA5-862AC8010C8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970588" y="4699322"/>
            <a:ext cx="5972973" cy="1250628"/>
          </a:xfrm>
        </p:spPr>
        <p:txBody>
          <a:bodyPr vert="horz" wrap="square" lIns="216000" rIns="216000" anchor="t" anchorCtr="0">
            <a:noAutofit/>
          </a:bodyPr>
          <a:lstStyle>
            <a:lvl1pPr marL="11113" indent="0" algn="l">
              <a:buClr>
                <a:schemeClr val="bg2"/>
              </a:buClr>
              <a:buFont typeface="Arial" panose="020B0604020202020204" pitchFamily="34" charset="0"/>
              <a:buNone/>
              <a:tabLst/>
              <a:defRPr sz="13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22" name="Textplatzhalter 11">
            <a:extLst>
              <a:ext uri="{FF2B5EF4-FFF2-40B4-BE49-F238E27FC236}">
                <a16:creationId xmlns:a16="http://schemas.microsoft.com/office/drawing/2014/main" id="{C322E01A-1144-AA67-AC9E-421F5107A7E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221414" y="2328897"/>
            <a:ext cx="5707061" cy="1042643"/>
          </a:xfrm>
        </p:spPr>
        <p:txBody>
          <a:bodyPr vert="horz" wrap="square" anchor="t" anchorCtr="0">
            <a:noAutofit/>
          </a:bodyPr>
          <a:lstStyle>
            <a:lvl1pPr marL="0" indent="0" algn="l">
              <a:buClr>
                <a:schemeClr val="accent2"/>
              </a:buClr>
              <a:buFont typeface="+mj-lt"/>
              <a:buNone/>
              <a:tabLst/>
              <a:defRPr sz="13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23" name="Textplatzhalter 7">
            <a:extLst>
              <a:ext uri="{FF2B5EF4-FFF2-40B4-BE49-F238E27FC236}">
                <a16:creationId xmlns:a16="http://schemas.microsoft.com/office/drawing/2014/main" id="{BE8D899E-6FA5-8D6B-6904-C526E9739FB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221413" y="1854107"/>
            <a:ext cx="5707060" cy="304571"/>
          </a:xfrm>
        </p:spPr>
        <p:txBody>
          <a:bodyPr wrap="square" anchor="b" anchorCtr="0">
            <a:spAutoFit/>
          </a:bodyPr>
          <a:lstStyle>
            <a:lvl1pPr marL="0" indent="0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Headline</a:t>
            </a:r>
          </a:p>
        </p:txBody>
      </p:sp>
      <p:sp>
        <p:nvSpPr>
          <p:cNvPr id="24" name="Textplatzhalter 11">
            <a:extLst>
              <a:ext uri="{FF2B5EF4-FFF2-40B4-BE49-F238E27FC236}">
                <a16:creationId xmlns:a16="http://schemas.microsoft.com/office/drawing/2014/main" id="{7315FCCB-9348-A470-64FD-F84CBAD5D00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63526" y="2328897"/>
            <a:ext cx="5456233" cy="1042643"/>
          </a:xfrm>
        </p:spPr>
        <p:txBody>
          <a:bodyPr vert="horz" wrap="square" anchor="t" anchorCtr="0">
            <a:noAutofit/>
          </a:bodyPr>
          <a:lstStyle>
            <a:lvl1pPr marL="0" indent="0" algn="l">
              <a:buClr>
                <a:schemeClr val="accent2"/>
              </a:buClr>
              <a:buFont typeface="+mj-lt"/>
              <a:buNone/>
              <a:tabLst/>
              <a:defRPr sz="13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25" name="Textplatzhalter 7">
            <a:extLst>
              <a:ext uri="{FF2B5EF4-FFF2-40B4-BE49-F238E27FC236}">
                <a16:creationId xmlns:a16="http://schemas.microsoft.com/office/drawing/2014/main" id="{91BB5A88-0FFF-92B0-1FAF-9640B50FC06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63525" y="1854107"/>
            <a:ext cx="5456232" cy="304571"/>
          </a:xfrm>
        </p:spPr>
        <p:txBody>
          <a:bodyPr wrap="square" anchor="b" anchorCtr="0">
            <a:spAutoFit/>
          </a:bodyPr>
          <a:lstStyle>
            <a:lvl1pPr marL="0" indent="0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Headline</a:t>
            </a:r>
          </a:p>
        </p:txBody>
      </p:sp>
      <p:sp>
        <p:nvSpPr>
          <p:cNvPr id="26" name="Textplatzhalter 11">
            <a:extLst>
              <a:ext uri="{FF2B5EF4-FFF2-40B4-BE49-F238E27FC236}">
                <a16:creationId xmlns:a16="http://schemas.microsoft.com/office/drawing/2014/main" id="{7711123F-3FEF-1846-D84D-0A97D0A83D1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63526" y="4197256"/>
            <a:ext cx="5456233" cy="1042643"/>
          </a:xfrm>
        </p:spPr>
        <p:txBody>
          <a:bodyPr vert="horz" wrap="square" anchor="t" anchorCtr="0">
            <a:noAutofit/>
          </a:bodyPr>
          <a:lstStyle>
            <a:lvl1pPr marL="0" indent="0" algn="l">
              <a:buClr>
                <a:schemeClr val="accent2"/>
              </a:buClr>
              <a:buFont typeface="+mj-lt"/>
              <a:buNone/>
              <a:tabLst/>
              <a:defRPr sz="13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27" name="Textplatzhalter 7">
            <a:extLst>
              <a:ext uri="{FF2B5EF4-FFF2-40B4-BE49-F238E27FC236}">
                <a16:creationId xmlns:a16="http://schemas.microsoft.com/office/drawing/2014/main" id="{EE8413DE-18DF-D05C-8EDA-8D8DF674A6A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63526" y="3722466"/>
            <a:ext cx="5456232" cy="304571"/>
          </a:xfrm>
        </p:spPr>
        <p:txBody>
          <a:bodyPr wrap="square" anchor="b" anchorCtr="0">
            <a:spAutoFit/>
          </a:bodyPr>
          <a:lstStyle>
            <a:lvl1pPr marL="0" indent="0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310050484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ayline Lim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liennummernplatzhalter 5">
            <a:extLst>
              <a:ext uri="{FF2B5EF4-FFF2-40B4-BE49-F238E27FC236}">
                <a16:creationId xmlns:a16="http://schemas.microsoft.com/office/drawing/2014/main" id="{AEBA483A-6BDA-35AB-958E-A8914F097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1835" y="6445624"/>
            <a:ext cx="1726639" cy="18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D4E02FD-C3A1-7C44-8124-2051456A821D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" name="Untertitel 2">
            <a:extLst>
              <a:ext uri="{FF2B5EF4-FFF2-40B4-BE49-F238E27FC236}">
                <a16:creationId xmlns:a16="http://schemas.microsoft.com/office/drawing/2014/main" id="{C1E780AC-CCA4-A79B-28E4-34690CFA5D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525" y="199842"/>
            <a:ext cx="5707064" cy="219932"/>
          </a:xfrm>
        </p:spPr>
        <p:txBody>
          <a:bodyPr wrap="square">
            <a:spAutoFit/>
          </a:bodyPr>
          <a:lstStyle>
            <a:lvl1pPr marL="0" indent="0" algn="l">
              <a:buNone/>
              <a:defRPr sz="130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744EB1A-8369-3524-5583-F79CA467BB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724084" y="135600"/>
            <a:ext cx="1332000" cy="483969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9E579BB1-EE88-ACB6-91B5-A5BB698FA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9925" y="663423"/>
            <a:ext cx="7759002" cy="492443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80000"/>
              </a:lnSpc>
              <a:defRPr sz="4000" cap="all" baseline="0">
                <a:solidFill>
                  <a:schemeClr val="tx1"/>
                </a:solidFill>
              </a:defRPr>
            </a:lvl1pPr>
          </a:lstStyle>
          <a:p>
            <a:r>
              <a:rPr lang="de-DE" err="1"/>
              <a:t>hEADLINE</a:t>
            </a:r>
            <a:endParaRPr lang="de-DE"/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550F7B34-0B9B-BC41-92A2-9B19566EFC0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67312" y="1471297"/>
            <a:ext cx="1728786" cy="219932"/>
          </a:xfrm>
        </p:spPr>
        <p:txBody>
          <a:bodyPr wrap="square" anchor="b" anchorCtr="0">
            <a:spAutoFit/>
          </a:bodyPr>
          <a:lstStyle>
            <a:lvl1pPr marL="0" indent="0">
              <a:buNone/>
              <a:defRPr cap="all" baseline="0">
                <a:solidFill>
                  <a:schemeClr val="tx1"/>
                </a:solidFill>
              </a:defRPr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Day 1 </a:t>
            </a:r>
          </a:p>
        </p:txBody>
      </p:sp>
      <p:sp>
        <p:nvSpPr>
          <p:cNvPr id="6" name="Textplatzhalter 11">
            <a:extLst>
              <a:ext uri="{FF2B5EF4-FFF2-40B4-BE49-F238E27FC236}">
                <a16:creationId xmlns:a16="http://schemas.microsoft.com/office/drawing/2014/main" id="{E3FDE957-A4C9-2BA2-97EE-006EA9BA8656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263525" y="2059064"/>
            <a:ext cx="737289" cy="577200"/>
          </a:xfrm>
          <a:prstGeom prst="roundRect">
            <a:avLst/>
          </a:prstGeom>
          <a:solidFill>
            <a:schemeClr val="tx2"/>
          </a:solidFill>
          <a:ln w="6350">
            <a:solidFill>
              <a:schemeClr val="accent1"/>
            </a:solidFill>
          </a:ln>
        </p:spPr>
        <p:txBody>
          <a:bodyPr vert="horz" wrap="square" lIns="36000" tIns="36000" rIns="36000" bIns="36000" anchor="ctr" anchorCtr="0">
            <a:noAutofit/>
          </a:bodyPr>
          <a:lstStyle>
            <a:lvl1pPr marL="0" indent="0" algn="ctr">
              <a:buClr>
                <a:schemeClr val="accent2"/>
              </a:buClr>
              <a:buFont typeface="+mj-lt"/>
              <a:buNone/>
              <a:tabLst/>
              <a:defRPr sz="800" b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6D06C640-CBB1-772B-1072-6C8D38156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3526" y="6445624"/>
            <a:ext cx="3708400" cy="18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CONFIDENTIAL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0E1DD413-7559-B5EE-C568-CE3BE49E2141}"/>
              </a:ext>
            </a:extLst>
          </p:cNvPr>
          <p:cNvSpPr txBox="1"/>
          <p:nvPr userDrawn="1"/>
        </p:nvSpPr>
        <p:spPr>
          <a:xfrm>
            <a:off x="4226486" y="6445624"/>
            <a:ext cx="1744101" cy="18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© 2019-2024 ONE THOUSAND</a:t>
            </a:r>
          </a:p>
        </p:txBody>
      </p:sp>
      <p:sp>
        <p:nvSpPr>
          <p:cNvPr id="16" name="Textplatzhalter 3">
            <a:extLst>
              <a:ext uri="{FF2B5EF4-FFF2-40B4-BE49-F238E27FC236}">
                <a16:creationId xmlns:a16="http://schemas.microsoft.com/office/drawing/2014/main" id="{7A335C53-8DB7-5557-BBDE-8F8EED40F41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3524" y="6341754"/>
            <a:ext cx="5707063" cy="179388"/>
          </a:xfrm>
        </p:spPr>
        <p:txBody>
          <a:bodyPr/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200" indent="0">
              <a:buNone/>
              <a:defRPr sz="800"/>
            </a:lvl2pPr>
            <a:lvl3pPr marL="914400" indent="0">
              <a:buNone/>
              <a:defRPr sz="800"/>
            </a:lvl3pPr>
            <a:lvl4pPr marL="1371600" indent="0">
              <a:buNone/>
              <a:defRPr sz="800"/>
            </a:lvl4pPr>
            <a:lvl5pPr marL="1828800" indent="0">
              <a:buNone/>
              <a:defRPr sz="800"/>
            </a:lvl5pPr>
          </a:lstStyle>
          <a:p>
            <a:pPr lvl="0"/>
            <a:r>
              <a:rPr lang="de-DE"/>
              <a:t>Quellenangabe:</a:t>
            </a:r>
          </a:p>
        </p:txBody>
      </p:sp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32B2EAC6-519F-4473-1D9C-0A2FA0284132}"/>
              </a:ext>
            </a:extLst>
          </p:cNvPr>
          <p:cNvCxnSpPr>
            <a:cxnSpLocks/>
          </p:cNvCxnSpPr>
          <p:nvPr userDrawn="1"/>
        </p:nvCxnSpPr>
        <p:spPr>
          <a:xfrm flipV="1">
            <a:off x="272451" y="1810381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150DD2A5-6FE7-5391-1321-CF378E35D354}"/>
              </a:ext>
            </a:extLst>
          </p:cNvPr>
          <p:cNvSpPr txBox="1"/>
          <p:nvPr userDrawn="1"/>
        </p:nvSpPr>
        <p:spPr>
          <a:xfrm>
            <a:off x="353695" y="1839640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08:00</a:t>
            </a:r>
          </a:p>
        </p:txBody>
      </p:sp>
      <p:cxnSp>
        <p:nvCxnSpPr>
          <p:cNvPr id="44" name="Gerade Verbindung 43">
            <a:extLst>
              <a:ext uri="{FF2B5EF4-FFF2-40B4-BE49-F238E27FC236}">
                <a16:creationId xmlns:a16="http://schemas.microsoft.com/office/drawing/2014/main" id="{0BB9BA33-524C-8E0E-A41A-696A6C2FFA23}"/>
              </a:ext>
            </a:extLst>
          </p:cNvPr>
          <p:cNvCxnSpPr>
            <a:cxnSpLocks/>
          </p:cNvCxnSpPr>
          <p:nvPr userDrawn="1"/>
        </p:nvCxnSpPr>
        <p:spPr>
          <a:xfrm flipV="1">
            <a:off x="1000952" y="1810381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44">
            <a:extLst>
              <a:ext uri="{FF2B5EF4-FFF2-40B4-BE49-F238E27FC236}">
                <a16:creationId xmlns:a16="http://schemas.microsoft.com/office/drawing/2014/main" id="{78FF01E3-6F98-8A0D-3AA3-560E1AEE762E}"/>
              </a:ext>
            </a:extLst>
          </p:cNvPr>
          <p:cNvCxnSpPr>
            <a:cxnSpLocks/>
          </p:cNvCxnSpPr>
          <p:nvPr userDrawn="1"/>
        </p:nvCxnSpPr>
        <p:spPr>
          <a:xfrm flipV="1">
            <a:off x="1729453" y="1810381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45">
            <a:extLst>
              <a:ext uri="{FF2B5EF4-FFF2-40B4-BE49-F238E27FC236}">
                <a16:creationId xmlns:a16="http://schemas.microsoft.com/office/drawing/2014/main" id="{731C0902-8EF1-CC94-8FA3-4999A7C964C5}"/>
              </a:ext>
            </a:extLst>
          </p:cNvPr>
          <p:cNvCxnSpPr>
            <a:cxnSpLocks/>
          </p:cNvCxnSpPr>
          <p:nvPr userDrawn="1"/>
        </p:nvCxnSpPr>
        <p:spPr>
          <a:xfrm flipV="1">
            <a:off x="2457954" y="1810381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46">
            <a:extLst>
              <a:ext uri="{FF2B5EF4-FFF2-40B4-BE49-F238E27FC236}">
                <a16:creationId xmlns:a16="http://schemas.microsoft.com/office/drawing/2014/main" id="{D0013E60-E436-9FA0-A67A-672049652093}"/>
              </a:ext>
            </a:extLst>
          </p:cNvPr>
          <p:cNvCxnSpPr>
            <a:cxnSpLocks/>
          </p:cNvCxnSpPr>
          <p:nvPr userDrawn="1"/>
        </p:nvCxnSpPr>
        <p:spPr>
          <a:xfrm flipV="1">
            <a:off x="3186455" y="1810381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47">
            <a:extLst>
              <a:ext uri="{FF2B5EF4-FFF2-40B4-BE49-F238E27FC236}">
                <a16:creationId xmlns:a16="http://schemas.microsoft.com/office/drawing/2014/main" id="{1FE928CF-7B08-34A1-5579-66FF627866C0}"/>
              </a:ext>
            </a:extLst>
          </p:cNvPr>
          <p:cNvCxnSpPr>
            <a:cxnSpLocks/>
          </p:cNvCxnSpPr>
          <p:nvPr userDrawn="1"/>
        </p:nvCxnSpPr>
        <p:spPr>
          <a:xfrm flipV="1">
            <a:off x="3914956" y="1810381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48">
            <a:extLst>
              <a:ext uri="{FF2B5EF4-FFF2-40B4-BE49-F238E27FC236}">
                <a16:creationId xmlns:a16="http://schemas.microsoft.com/office/drawing/2014/main" id="{05A057C6-60D8-A79A-959F-64A316008FAA}"/>
              </a:ext>
            </a:extLst>
          </p:cNvPr>
          <p:cNvCxnSpPr>
            <a:cxnSpLocks/>
          </p:cNvCxnSpPr>
          <p:nvPr userDrawn="1"/>
        </p:nvCxnSpPr>
        <p:spPr>
          <a:xfrm flipV="1">
            <a:off x="4643457" y="1810381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49">
            <a:extLst>
              <a:ext uri="{FF2B5EF4-FFF2-40B4-BE49-F238E27FC236}">
                <a16:creationId xmlns:a16="http://schemas.microsoft.com/office/drawing/2014/main" id="{1FC22A99-92A5-DC5A-6D42-ED25D2DCDDD1}"/>
              </a:ext>
            </a:extLst>
          </p:cNvPr>
          <p:cNvCxnSpPr>
            <a:cxnSpLocks/>
          </p:cNvCxnSpPr>
          <p:nvPr userDrawn="1"/>
        </p:nvCxnSpPr>
        <p:spPr>
          <a:xfrm flipV="1">
            <a:off x="5371958" y="1810381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50">
            <a:extLst>
              <a:ext uri="{FF2B5EF4-FFF2-40B4-BE49-F238E27FC236}">
                <a16:creationId xmlns:a16="http://schemas.microsoft.com/office/drawing/2014/main" id="{206F5C8A-90ED-D7E2-92F1-8B90B13E0B3F}"/>
              </a:ext>
            </a:extLst>
          </p:cNvPr>
          <p:cNvCxnSpPr>
            <a:cxnSpLocks/>
          </p:cNvCxnSpPr>
          <p:nvPr userDrawn="1"/>
        </p:nvCxnSpPr>
        <p:spPr>
          <a:xfrm flipV="1">
            <a:off x="6100459" y="1810381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51">
            <a:extLst>
              <a:ext uri="{FF2B5EF4-FFF2-40B4-BE49-F238E27FC236}">
                <a16:creationId xmlns:a16="http://schemas.microsoft.com/office/drawing/2014/main" id="{F91B3197-0921-3106-42D6-523D1F5D21D3}"/>
              </a:ext>
            </a:extLst>
          </p:cNvPr>
          <p:cNvCxnSpPr>
            <a:cxnSpLocks/>
          </p:cNvCxnSpPr>
          <p:nvPr userDrawn="1"/>
        </p:nvCxnSpPr>
        <p:spPr>
          <a:xfrm flipV="1">
            <a:off x="6828960" y="1810381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52">
            <a:extLst>
              <a:ext uri="{FF2B5EF4-FFF2-40B4-BE49-F238E27FC236}">
                <a16:creationId xmlns:a16="http://schemas.microsoft.com/office/drawing/2014/main" id="{29C5DE5D-C3A4-AF7B-D8BA-F07FDAEC6D02}"/>
              </a:ext>
            </a:extLst>
          </p:cNvPr>
          <p:cNvCxnSpPr>
            <a:cxnSpLocks/>
          </p:cNvCxnSpPr>
          <p:nvPr userDrawn="1"/>
        </p:nvCxnSpPr>
        <p:spPr>
          <a:xfrm flipV="1">
            <a:off x="7557461" y="1810381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53">
            <a:extLst>
              <a:ext uri="{FF2B5EF4-FFF2-40B4-BE49-F238E27FC236}">
                <a16:creationId xmlns:a16="http://schemas.microsoft.com/office/drawing/2014/main" id="{802B2EF1-63DB-B3C6-4C8D-BEA9B2F15B97}"/>
              </a:ext>
            </a:extLst>
          </p:cNvPr>
          <p:cNvCxnSpPr>
            <a:cxnSpLocks/>
          </p:cNvCxnSpPr>
          <p:nvPr userDrawn="1"/>
        </p:nvCxnSpPr>
        <p:spPr>
          <a:xfrm flipV="1">
            <a:off x="8285962" y="1810381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55">
            <a:extLst>
              <a:ext uri="{FF2B5EF4-FFF2-40B4-BE49-F238E27FC236}">
                <a16:creationId xmlns:a16="http://schemas.microsoft.com/office/drawing/2014/main" id="{5115A298-7468-0A8E-5351-2829DFE6934B}"/>
              </a:ext>
            </a:extLst>
          </p:cNvPr>
          <p:cNvCxnSpPr>
            <a:cxnSpLocks/>
          </p:cNvCxnSpPr>
          <p:nvPr userDrawn="1"/>
        </p:nvCxnSpPr>
        <p:spPr>
          <a:xfrm flipV="1">
            <a:off x="9014463" y="1810381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56">
            <a:extLst>
              <a:ext uri="{FF2B5EF4-FFF2-40B4-BE49-F238E27FC236}">
                <a16:creationId xmlns:a16="http://schemas.microsoft.com/office/drawing/2014/main" id="{A974BE50-56A1-D793-F7BB-E3AB97FD1AC5}"/>
              </a:ext>
            </a:extLst>
          </p:cNvPr>
          <p:cNvCxnSpPr>
            <a:cxnSpLocks/>
          </p:cNvCxnSpPr>
          <p:nvPr userDrawn="1"/>
        </p:nvCxnSpPr>
        <p:spPr>
          <a:xfrm flipV="1">
            <a:off x="9742964" y="1810381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Gerade Verbindung 57">
            <a:extLst>
              <a:ext uri="{FF2B5EF4-FFF2-40B4-BE49-F238E27FC236}">
                <a16:creationId xmlns:a16="http://schemas.microsoft.com/office/drawing/2014/main" id="{426FCD8D-9050-1A5D-37A1-675394C8AA3E}"/>
              </a:ext>
            </a:extLst>
          </p:cNvPr>
          <p:cNvCxnSpPr>
            <a:cxnSpLocks/>
          </p:cNvCxnSpPr>
          <p:nvPr userDrawn="1"/>
        </p:nvCxnSpPr>
        <p:spPr>
          <a:xfrm flipV="1">
            <a:off x="10471465" y="1810381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58">
            <a:extLst>
              <a:ext uri="{FF2B5EF4-FFF2-40B4-BE49-F238E27FC236}">
                <a16:creationId xmlns:a16="http://schemas.microsoft.com/office/drawing/2014/main" id="{D401CCF6-1CE0-A596-0C77-7356059C9BD1}"/>
              </a:ext>
            </a:extLst>
          </p:cNvPr>
          <p:cNvCxnSpPr>
            <a:cxnSpLocks/>
          </p:cNvCxnSpPr>
          <p:nvPr userDrawn="1"/>
        </p:nvCxnSpPr>
        <p:spPr>
          <a:xfrm flipV="1">
            <a:off x="11199966" y="1810381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feld 62">
            <a:extLst>
              <a:ext uri="{FF2B5EF4-FFF2-40B4-BE49-F238E27FC236}">
                <a16:creationId xmlns:a16="http://schemas.microsoft.com/office/drawing/2014/main" id="{62D2843A-14F5-416D-4440-DAAE73A73466}"/>
              </a:ext>
            </a:extLst>
          </p:cNvPr>
          <p:cNvSpPr txBox="1"/>
          <p:nvPr userDrawn="1"/>
        </p:nvSpPr>
        <p:spPr>
          <a:xfrm>
            <a:off x="1097407" y="1839640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09:00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BFF48F0E-BBBB-B7B3-BB05-2E244C4A45F6}"/>
              </a:ext>
            </a:extLst>
          </p:cNvPr>
          <p:cNvSpPr txBox="1"/>
          <p:nvPr userDrawn="1"/>
        </p:nvSpPr>
        <p:spPr>
          <a:xfrm>
            <a:off x="1804543" y="1839640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10:00</a:t>
            </a:r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60FF432E-4DD1-05D1-6A17-AE3C41350930}"/>
              </a:ext>
            </a:extLst>
          </p:cNvPr>
          <p:cNvSpPr txBox="1"/>
          <p:nvPr userDrawn="1"/>
        </p:nvSpPr>
        <p:spPr>
          <a:xfrm>
            <a:off x="2548255" y="1839640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11:00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F43A0B20-B27B-DD0C-398B-2BCF1A47ECDF}"/>
              </a:ext>
            </a:extLst>
          </p:cNvPr>
          <p:cNvSpPr txBox="1"/>
          <p:nvPr userDrawn="1"/>
        </p:nvSpPr>
        <p:spPr>
          <a:xfrm>
            <a:off x="3999103" y="1839640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13:00</a:t>
            </a: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4DA1EFDD-4D76-4368-E577-6EF276BC5461}"/>
              </a:ext>
            </a:extLst>
          </p:cNvPr>
          <p:cNvSpPr txBox="1"/>
          <p:nvPr userDrawn="1"/>
        </p:nvSpPr>
        <p:spPr>
          <a:xfrm>
            <a:off x="4742815" y="1839640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14:00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EED56044-C645-6F7E-D7D5-3932C771B18E}"/>
              </a:ext>
            </a:extLst>
          </p:cNvPr>
          <p:cNvSpPr txBox="1"/>
          <p:nvPr userDrawn="1"/>
        </p:nvSpPr>
        <p:spPr>
          <a:xfrm>
            <a:off x="5449951" y="1839640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15:00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42A651FB-045D-0138-5BBF-D88B9B7B6B88}"/>
              </a:ext>
            </a:extLst>
          </p:cNvPr>
          <p:cNvSpPr txBox="1"/>
          <p:nvPr userDrawn="1"/>
        </p:nvSpPr>
        <p:spPr>
          <a:xfrm>
            <a:off x="6193663" y="1839640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16:00</a:t>
            </a:r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C23ECBE1-2A41-3E2D-3C79-7CFFFA60704C}"/>
              </a:ext>
            </a:extLst>
          </p:cNvPr>
          <p:cNvSpPr txBox="1"/>
          <p:nvPr userDrawn="1"/>
        </p:nvSpPr>
        <p:spPr>
          <a:xfrm>
            <a:off x="3279775" y="1839640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12:00</a:t>
            </a:r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8EC07663-D54C-EF76-EB80-0368C3FA2B45}"/>
              </a:ext>
            </a:extLst>
          </p:cNvPr>
          <p:cNvSpPr txBox="1"/>
          <p:nvPr userDrawn="1"/>
        </p:nvSpPr>
        <p:spPr>
          <a:xfrm>
            <a:off x="6901016" y="1839640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17:00</a:t>
            </a:r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F3153178-A870-902B-CAE7-AFA7E50D9F1A}"/>
              </a:ext>
            </a:extLst>
          </p:cNvPr>
          <p:cNvSpPr txBox="1"/>
          <p:nvPr userDrawn="1"/>
        </p:nvSpPr>
        <p:spPr>
          <a:xfrm>
            <a:off x="7644728" y="1839640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18:00</a:t>
            </a:r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483B7F6E-86DE-92A1-1A90-4023611DA290}"/>
              </a:ext>
            </a:extLst>
          </p:cNvPr>
          <p:cNvSpPr txBox="1"/>
          <p:nvPr userDrawn="1"/>
        </p:nvSpPr>
        <p:spPr>
          <a:xfrm>
            <a:off x="9095576" y="1839640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20:00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31BAEAA6-4BEB-6711-570C-8851B203F93A}"/>
              </a:ext>
            </a:extLst>
          </p:cNvPr>
          <p:cNvSpPr txBox="1"/>
          <p:nvPr userDrawn="1"/>
        </p:nvSpPr>
        <p:spPr>
          <a:xfrm>
            <a:off x="9839288" y="1839640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21:00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E78C63F5-5884-66FD-E635-501DDC064ADE}"/>
              </a:ext>
            </a:extLst>
          </p:cNvPr>
          <p:cNvSpPr txBox="1"/>
          <p:nvPr userDrawn="1"/>
        </p:nvSpPr>
        <p:spPr>
          <a:xfrm>
            <a:off x="10546424" y="1839640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22:00</a:t>
            </a:r>
          </a:p>
        </p:txBody>
      </p:sp>
      <p:sp>
        <p:nvSpPr>
          <p:cNvPr id="76" name="Textfeld 75">
            <a:extLst>
              <a:ext uri="{FF2B5EF4-FFF2-40B4-BE49-F238E27FC236}">
                <a16:creationId xmlns:a16="http://schemas.microsoft.com/office/drawing/2014/main" id="{D0F9DCA6-1B6C-DCD9-2FD4-D344B6E788B6}"/>
              </a:ext>
            </a:extLst>
          </p:cNvPr>
          <p:cNvSpPr txBox="1"/>
          <p:nvPr userDrawn="1"/>
        </p:nvSpPr>
        <p:spPr>
          <a:xfrm>
            <a:off x="11290136" y="1839640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23:00</a:t>
            </a:r>
          </a:p>
        </p:txBody>
      </p:sp>
      <p:sp>
        <p:nvSpPr>
          <p:cNvPr id="77" name="Textfeld 76">
            <a:extLst>
              <a:ext uri="{FF2B5EF4-FFF2-40B4-BE49-F238E27FC236}">
                <a16:creationId xmlns:a16="http://schemas.microsoft.com/office/drawing/2014/main" id="{591FA922-1B54-1B30-EF9B-97C8DDAB5944}"/>
              </a:ext>
            </a:extLst>
          </p:cNvPr>
          <p:cNvSpPr txBox="1"/>
          <p:nvPr userDrawn="1"/>
        </p:nvSpPr>
        <p:spPr>
          <a:xfrm>
            <a:off x="8376248" y="1839640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19:00</a:t>
            </a:r>
          </a:p>
        </p:txBody>
      </p:sp>
      <p:sp>
        <p:nvSpPr>
          <p:cNvPr id="78" name="Textplatzhalter 11">
            <a:extLst>
              <a:ext uri="{FF2B5EF4-FFF2-40B4-BE49-F238E27FC236}">
                <a16:creationId xmlns:a16="http://schemas.microsoft.com/office/drawing/2014/main" id="{10409607-CD16-0F21-D5A2-304C60190642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1000952" y="2059064"/>
            <a:ext cx="2832892" cy="24808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vert="horz" wrap="square" lIns="36000" tIns="36000" rIns="36000" bIns="36000" anchor="ctr" anchorCtr="0">
            <a:noAutofit/>
          </a:bodyPr>
          <a:lstStyle>
            <a:lvl1pPr marL="0" indent="0" algn="ctr">
              <a:buClr>
                <a:schemeClr val="accent2"/>
              </a:buClr>
              <a:buFont typeface="+mj-lt"/>
              <a:buNone/>
              <a:tabLst/>
              <a:defRPr sz="8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79" name="Textplatzhalter 11">
            <a:extLst>
              <a:ext uri="{FF2B5EF4-FFF2-40B4-BE49-F238E27FC236}">
                <a16:creationId xmlns:a16="http://schemas.microsoft.com/office/drawing/2014/main" id="{D433F63B-7121-F743-DC34-DC582FBDAC86}"/>
              </a:ext>
            </a:extLst>
          </p:cNvPr>
          <p:cNvSpPr>
            <a:spLocks noGrp="1"/>
          </p:cNvSpPr>
          <p:nvPr>
            <p:ph type="body" sz="quarter" idx="108" hasCustomPrompt="1"/>
          </p:nvPr>
        </p:nvSpPr>
        <p:spPr>
          <a:xfrm>
            <a:off x="1000952" y="2388181"/>
            <a:ext cx="2832892" cy="248083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6350">
            <a:solidFill>
              <a:schemeClr val="accent4"/>
            </a:solidFill>
          </a:ln>
        </p:spPr>
        <p:txBody>
          <a:bodyPr vert="horz" wrap="square" lIns="36000" tIns="36000" rIns="36000" bIns="36000" anchor="ctr" anchorCtr="0">
            <a:noAutofit/>
          </a:bodyPr>
          <a:lstStyle>
            <a:lvl1pPr marL="0" indent="0" algn="ctr">
              <a:buClr>
                <a:schemeClr val="accent2"/>
              </a:buClr>
              <a:buFont typeface="+mj-lt"/>
              <a:buNone/>
              <a:tabLst/>
              <a:defRPr sz="8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80" name="Textplatzhalter 11">
            <a:extLst>
              <a:ext uri="{FF2B5EF4-FFF2-40B4-BE49-F238E27FC236}">
                <a16:creationId xmlns:a16="http://schemas.microsoft.com/office/drawing/2014/main" id="{399007F3-ED42-0349-2D1E-E8EB7A69D157}"/>
              </a:ext>
            </a:extLst>
          </p:cNvPr>
          <p:cNvSpPr>
            <a:spLocks noGrp="1"/>
          </p:cNvSpPr>
          <p:nvPr>
            <p:ph type="body" sz="quarter" idx="109" hasCustomPrompt="1"/>
          </p:nvPr>
        </p:nvSpPr>
        <p:spPr>
          <a:xfrm>
            <a:off x="3999103" y="2059064"/>
            <a:ext cx="1285589" cy="577200"/>
          </a:xfrm>
          <a:prstGeom prst="roundRect">
            <a:avLst/>
          </a:prstGeom>
          <a:solidFill>
            <a:schemeClr val="accent3"/>
          </a:solidFill>
          <a:ln w="6350">
            <a:solidFill>
              <a:schemeClr val="accent3"/>
            </a:solidFill>
          </a:ln>
        </p:spPr>
        <p:txBody>
          <a:bodyPr vert="horz" wrap="square" lIns="36000" tIns="36000" rIns="36000" bIns="36000" anchor="ctr" anchorCtr="0">
            <a:noAutofit/>
          </a:bodyPr>
          <a:lstStyle>
            <a:lvl1pPr marL="0" indent="0" algn="ctr">
              <a:buClr>
                <a:schemeClr val="accent2"/>
              </a:buClr>
              <a:buFont typeface="+mj-lt"/>
              <a:buNone/>
              <a:tabLst/>
              <a:defRPr sz="800" b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81" name="Textplatzhalter 11">
            <a:extLst>
              <a:ext uri="{FF2B5EF4-FFF2-40B4-BE49-F238E27FC236}">
                <a16:creationId xmlns:a16="http://schemas.microsoft.com/office/drawing/2014/main" id="{7760AEE7-49B0-88BD-322E-495DFBC9F04A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5459225" y="2059064"/>
            <a:ext cx="2730401" cy="24808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vert="horz" wrap="square" lIns="36000" tIns="36000" rIns="36000" bIns="36000" anchor="ctr" anchorCtr="0">
            <a:noAutofit/>
          </a:bodyPr>
          <a:lstStyle>
            <a:lvl1pPr marL="0" indent="0" algn="ctr">
              <a:buClr>
                <a:schemeClr val="accent2"/>
              </a:buClr>
              <a:buFont typeface="+mj-lt"/>
              <a:buNone/>
              <a:tabLst/>
              <a:defRPr sz="8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82" name="Textplatzhalter 11">
            <a:extLst>
              <a:ext uri="{FF2B5EF4-FFF2-40B4-BE49-F238E27FC236}">
                <a16:creationId xmlns:a16="http://schemas.microsoft.com/office/drawing/2014/main" id="{935767CD-7AC7-A6D0-3217-59E54BB38602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459225" y="2388181"/>
            <a:ext cx="2730401" cy="248083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6350">
            <a:solidFill>
              <a:schemeClr val="accent4"/>
            </a:solidFill>
          </a:ln>
        </p:spPr>
        <p:txBody>
          <a:bodyPr vert="horz" wrap="square" lIns="36000" tIns="36000" rIns="36000" bIns="36000" anchor="ctr" anchorCtr="0">
            <a:noAutofit/>
          </a:bodyPr>
          <a:lstStyle>
            <a:lvl1pPr marL="0" indent="0" algn="ctr">
              <a:buClr>
                <a:schemeClr val="accent2"/>
              </a:buClr>
              <a:buFont typeface="+mj-lt"/>
              <a:buNone/>
              <a:tabLst/>
              <a:defRPr sz="8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83" name="Textplatzhalter 11">
            <a:extLst>
              <a:ext uri="{FF2B5EF4-FFF2-40B4-BE49-F238E27FC236}">
                <a16:creationId xmlns:a16="http://schemas.microsoft.com/office/drawing/2014/main" id="{017DA700-C336-DDEB-35A7-F58A1727F988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8365509" y="2059064"/>
            <a:ext cx="938748" cy="577200"/>
          </a:xfrm>
          <a:prstGeom prst="roundRect">
            <a:avLst/>
          </a:prstGeom>
          <a:solidFill>
            <a:schemeClr val="accent3"/>
          </a:solidFill>
          <a:ln w="6350">
            <a:solidFill>
              <a:schemeClr val="accent3"/>
            </a:solidFill>
          </a:ln>
        </p:spPr>
        <p:txBody>
          <a:bodyPr vert="horz" wrap="square" lIns="36000" tIns="36000" rIns="36000" bIns="36000" anchor="ctr" anchorCtr="0">
            <a:noAutofit/>
          </a:bodyPr>
          <a:lstStyle>
            <a:lvl1pPr marL="0" indent="0" algn="ctr">
              <a:buClr>
                <a:schemeClr val="accent2"/>
              </a:buClr>
              <a:buFont typeface="+mj-lt"/>
              <a:buNone/>
              <a:tabLst/>
              <a:defRPr sz="800" b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84" name="Textplatzhalter 11">
            <a:extLst>
              <a:ext uri="{FF2B5EF4-FFF2-40B4-BE49-F238E27FC236}">
                <a16:creationId xmlns:a16="http://schemas.microsoft.com/office/drawing/2014/main" id="{CA90FCFF-C362-0B9E-E1D5-3E051615670F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9379245" y="2059064"/>
            <a:ext cx="737289" cy="577200"/>
          </a:xfrm>
          <a:prstGeom prst="roundRect">
            <a:avLst/>
          </a:prstGeom>
          <a:solidFill>
            <a:schemeClr val="tx2"/>
          </a:solidFill>
          <a:ln w="6350">
            <a:solidFill>
              <a:schemeClr val="accent1"/>
            </a:solidFill>
          </a:ln>
        </p:spPr>
        <p:txBody>
          <a:bodyPr vert="horz" wrap="square" lIns="36000" tIns="36000" rIns="36000" bIns="36000" anchor="ctr" anchorCtr="0">
            <a:noAutofit/>
          </a:bodyPr>
          <a:lstStyle>
            <a:lvl1pPr marL="0" indent="0" algn="ctr">
              <a:buClr>
                <a:schemeClr val="accent2"/>
              </a:buClr>
              <a:buFont typeface="+mj-lt"/>
              <a:buNone/>
              <a:tabLst/>
              <a:defRPr sz="800" b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85" name="Textplatzhalter 11">
            <a:extLst>
              <a:ext uri="{FF2B5EF4-FFF2-40B4-BE49-F238E27FC236}">
                <a16:creationId xmlns:a16="http://schemas.microsoft.com/office/drawing/2014/main" id="{6A7D2D17-D85C-F1BD-7E20-197D7AE1C1D7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10201940" y="2059064"/>
            <a:ext cx="1717605" cy="577200"/>
          </a:xfrm>
          <a:prstGeom prst="roundRect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vert="horz" wrap="square" lIns="36000" tIns="36000" rIns="36000" bIns="36000" anchor="ctr" anchorCtr="0">
            <a:noAutofit/>
          </a:bodyPr>
          <a:lstStyle>
            <a:lvl1pPr marL="0" indent="0" algn="ctr">
              <a:buClr>
                <a:schemeClr val="accent2"/>
              </a:buClr>
              <a:buFont typeface="+mj-lt"/>
              <a:buNone/>
              <a:tabLst/>
              <a:defRPr sz="8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92" name="Textplatzhalter 7">
            <a:extLst>
              <a:ext uri="{FF2B5EF4-FFF2-40B4-BE49-F238E27FC236}">
                <a16:creationId xmlns:a16="http://schemas.microsoft.com/office/drawing/2014/main" id="{0BAA9BA8-805D-8E18-F51E-0E887AB8DFB5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267312" y="4558598"/>
            <a:ext cx="1728786" cy="219932"/>
          </a:xfrm>
        </p:spPr>
        <p:txBody>
          <a:bodyPr wrap="square" anchor="b" anchorCtr="0">
            <a:spAutoFit/>
          </a:bodyPr>
          <a:lstStyle>
            <a:lvl1pPr marL="0" indent="0">
              <a:buNone/>
              <a:defRPr cap="all" baseline="0">
                <a:solidFill>
                  <a:schemeClr val="tx1"/>
                </a:solidFill>
              </a:defRPr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Day 2</a:t>
            </a:r>
          </a:p>
        </p:txBody>
      </p:sp>
      <p:sp>
        <p:nvSpPr>
          <p:cNvPr id="93" name="Textplatzhalter 11">
            <a:extLst>
              <a:ext uri="{FF2B5EF4-FFF2-40B4-BE49-F238E27FC236}">
                <a16:creationId xmlns:a16="http://schemas.microsoft.com/office/drawing/2014/main" id="{6D1989A4-96F1-D8AE-5B93-2BC1D975FD1B}"/>
              </a:ext>
            </a:extLst>
          </p:cNvPr>
          <p:cNvSpPr>
            <a:spLocks noGrp="1"/>
          </p:cNvSpPr>
          <p:nvPr>
            <p:ph type="body" sz="quarter" idx="122" hasCustomPrompt="1"/>
          </p:nvPr>
        </p:nvSpPr>
        <p:spPr>
          <a:xfrm>
            <a:off x="263525" y="5146365"/>
            <a:ext cx="737289" cy="577200"/>
          </a:xfrm>
          <a:prstGeom prst="roundRect">
            <a:avLst/>
          </a:prstGeom>
          <a:solidFill>
            <a:schemeClr val="tx2"/>
          </a:solidFill>
          <a:ln w="6350">
            <a:solidFill>
              <a:schemeClr val="accent1"/>
            </a:solidFill>
          </a:ln>
        </p:spPr>
        <p:txBody>
          <a:bodyPr vert="horz" wrap="square" lIns="36000" tIns="36000" rIns="36000" bIns="36000" anchor="ctr" anchorCtr="0">
            <a:noAutofit/>
          </a:bodyPr>
          <a:lstStyle>
            <a:lvl1pPr marL="0" indent="0" algn="ctr">
              <a:buClr>
                <a:schemeClr val="accent2"/>
              </a:buClr>
              <a:buFont typeface="+mj-lt"/>
              <a:buNone/>
              <a:tabLst/>
              <a:defRPr sz="800" b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cxnSp>
        <p:nvCxnSpPr>
          <p:cNvPr id="94" name="Gerade Verbindung 93">
            <a:extLst>
              <a:ext uri="{FF2B5EF4-FFF2-40B4-BE49-F238E27FC236}">
                <a16:creationId xmlns:a16="http://schemas.microsoft.com/office/drawing/2014/main" id="{21895AAB-34C9-8A3F-AD47-789CE806E408}"/>
              </a:ext>
            </a:extLst>
          </p:cNvPr>
          <p:cNvCxnSpPr>
            <a:cxnSpLocks/>
          </p:cNvCxnSpPr>
          <p:nvPr userDrawn="1"/>
        </p:nvCxnSpPr>
        <p:spPr>
          <a:xfrm flipV="1">
            <a:off x="272451" y="4897682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feld 94">
            <a:extLst>
              <a:ext uri="{FF2B5EF4-FFF2-40B4-BE49-F238E27FC236}">
                <a16:creationId xmlns:a16="http://schemas.microsoft.com/office/drawing/2014/main" id="{E92093B6-913F-E318-02E8-2285F00CE3A0}"/>
              </a:ext>
            </a:extLst>
          </p:cNvPr>
          <p:cNvSpPr txBox="1"/>
          <p:nvPr userDrawn="1"/>
        </p:nvSpPr>
        <p:spPr>
          <a:xfrm>
            <a:off x="353695" y="4926941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08:00</a:t>
            </a:r>
          </a:p>
        </p:txBody>
      </p:sp>
      <p:sp>
        <p:nvSpPr>
          <p:cNvPr id="96" name="Textplatzhalter 11">
            <a:extLst>
              <a:ext uri="{FF2B5EF4-FFF2-40B4-BE49-F238E27FC236}">
                <a16:creationId xmlns:a16="http://schemas.microsoft.com/office/drawing/2014/main" id="{B11AC9C0-072C-0066-E9E4-1E31523A8971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275387" y="5995087"/>
            <a:ext cx="716644" cy="407494"/>
          </a:xfrm>
        </p:spPr>
        <p:txBody>
          <a:bodyPr vert="horz" wrap="square" anchor="t" anchorCtr="0">
            <a:noAutofit/>
          </a:bodyPr>
          <a:lstStyle>
            <a:lvl1pPr marL="0" indent="0" algn="l">
              <a:buClr>
                <a:schemeClr val="accent2"/>
              </a:buClr>
              <a:buFont typeface="+mj-lt"/>
              <a:buNone/>
              <a:tabLst/>
              <a:defRPr sz="8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cxnSp>
        <p:nvCxnSpPr>
          <p:cNvPr id="97" name="Gerade Verbindung 96">
            <a:extLst>
              <a:ext uri="{FF2B5EF4-FFF2-40B4-BE49-F238E27FC236}">
                <a16:creationId xmlns:a16="http://schemas.microsoft.com/office/drawing/2014/main" id="{07D7AAFA-9BD8-960F-0412-5F1C87D86334}"/>
              </a:ext>
            </a:extLst>
          </p:cNvPr>
          <p:cNvCxnSpPr>
            <a:cxnSpLocks/>
          </p:cNvCxnSpPr>
          <p:nvPr userDrawn="1"/>
        </p:nvCxnSpPr>
        <p:spPr>
          <a:xfrm flipV="1">
            <a:off x="1000952" y="4897682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Gerade Verbindung 97">
            <a:extLst>
              <a:ext uri="{FF2B5EF4-FFF2-40B4-BE49-F238E27FC236}">
                <a16:creationId xmlns:a16="http://schemas.microsoft.com/office/drawing/2014/main" id="{2EDCDD16-AC89-70E4-EDB9-0A35DC61A42A}"/>
              </a:ext>
            </a:extLst>
          </p:cNvPr>
          <p:cNvCxnSpPr>
            <a:cxnSpLocks/>
          </p:cNvCxnSpPr>
          <p:nvPr userDrawn="1"/>
        </p:nvCxnSpPr>
        <p:spPr>
          <a:xfrm flipV="1">
            <a:off x="1729453" y="4897682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Gerade Verbindung 98">
            <a:extLst>
              <a:ext uri="{FF2B5EF4-FFF2-40B4-BE49-F238E27FC236}">
                <a16:creationId xmlns:a16="http://schemas.microsoft.com/office/drawing/2014/main" id="{F7DF8CB6-3547-8535-043E-34DFDFB193D1}"/>
              </a:ext>
            </a:extLst>
          </p:cNvPr>
          <p:cNvCxnSpPr>
            <a:cxnSpLocks/>
          </p:cNvCxnSpPr>
          <p:nvPr userDrawn="1"/>
        </p:nvCxnSpPr>
        <p:spPr>
          <a:xfrm flipV="1">
            <a:off x="2457954" y="4897682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Gerade Verbindung 99">
            <a:extLst>
              <a:ext uri="{FF2B5EF4-FFF2-40B4-BE49-F238E27FC236}">
                <a16:creationId xmlns:a16="http://schemas.microsoft.com/office/drawing/2014/main" id="{9B5A9649-5FC5-6A6D-379A-1D6D2E54899B}"/>
              </a:ext>
            </a:extLst>
          </p:cNvPr>
          <p:cNvCxnSpPr>
            <a:cxnSpLocks/>
          </p:cNvCxnSpPr>
          <p:nvPr userDrawn="1"/>
        </p:nvCxnSpPr>
        <p:spPr>
          <a:xfrm flipV="1">
            <a:off x="3186455" y="4897682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Gerade Verbindung 100">
            <a:extLst>
              <a:ext uri="{FF2B5EF4-FFF2-40B4-BE49-F238E27FC236}">
                <a16:creationId xmlns:a16="http://schemas.microsoft.com/office/drawing/2014/main" id="{0BF85E43-65E4-559D-D95A-4BAE1CFF8BC6}"/>
              </a:ext>
            </a:extLst>
          </p:cNvPr>
          <p:cNvCxnSpPr>
            <a:cxnSpLocks/>
          </p:cNvCxnSpPr>
          <p:nvPr userDrawn="1"/>
        </p:nvCxnSpPr>
        <p:spPr>
          <a:xfrm flipV="1">
            <a:off x="3914956" y="4897682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Gerade Verbindung 101">
            <a:extLst>
              <a:ext uri="{FF2B5EF4-FFF2-40B4-BE49-F238E27FC236}">
                <a16:creationId xmlns:a16="http://schemas.microsoft.com/office/drawing/2014/main" id="{1C9A51F3-5D6F-291B-17E5-7840958FFC6C}"/>
              </a:ext>
            </a:extLst>
          </p:cNvPr>
          <p:cNvCxnSpPr>
            <a:cxnSpLocks/>
          </p:cNvCxnSpPr>
          <p:nvPr userDrawn="1"/>
        </p:nvCxnSpPr>
        <p:spPr>
          <a:xfrm flipV="1">
            <a:off x="4643457" y="4897682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Gerade Verbindung 102">
            <a:extLst>
              <a:ext uri="{FF2B5EF4-FFF2-40B4-BE49-F238E27FC236}">
                <a16:creationId xmlns:a16="http://schemas.microsoft.com/office/drawing/2014/main" id="{FEC2E2E6-10EC-3071-D49E-E59B6046331F}"/>
              </a:ext>
            </a:extLst>
          </p:cNvPr>
          <p:cNvCxnSpPr>
            <a:cxnSpLocks/>
          </p:cNvCxnSpPr>
          <p:nvPr userDrawn="1"/>
        </p:nvCxnSpPr>
        <p:spPr>
          <a:xfrm flipV="1">
            <a:off x="5371958" y="4897682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Gerade Verbindung 103">
            <a:extLst>
              <a:ext uri="{FF2B5EF4-FFF2-40B4-BE49-F238E27FC236}">
                <a16:creationId xmlns:a16="http://schemas.microsoft.com/office/drawing/2014/main" id="{774C9C13-62FA-526C-B7CE-CBAB701BDB31}"/>
              </a:ext>
            </a:extLst>
          </p:cNvPr>
          <p:cNvCxnSpPr>
            <a:cxnSpLocks/>
          </p:cNvCxnSpPr>
          <p:nvPr userDrawn="1"/>
        </p:nvCxnSpPr>
        <p:spPr>
          <a:xfrm flipV="1">
            <a:off x="6100459" y="4897682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Gerade Verbindung 104">
            <a:extLst>
              <a:ext uri="{FF2B5EF4-FFF2-40B4-BE49-F238E27FC236}">
                <a16:creationId xmlns:a16="http://schemas.microsoft.com/office/drawing/2014/main" id="{627D155B-A5F8-D3C2-111C-F60616495195}"/>
              </a:ext>
            </a:extLst>
          </p:cNvPr>
          <p:cNvCxnSpPr>
            <a:cxnSpLocks/>
          </p:cNvCxnSpPr>
          <p:nvPr userDrawn="1"/>
        </p:nvCxnSpPr>
        <p:spPr>
          <a:xfrm flipV="1">
            <a:off x="6828960" y="4897682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Gerade Verbindung 105">
            <a:extLst>
              <a:ext uri="{FF2B5EF4-FFF2-40B4-BE49-F238E27FC236}">
                <a16:creationId xmlns:a16="http://schemas.microsoft.com/office/drawing/2014/main" id="{C7CC8931-DB5D-3740-40F1-C982A01D397A}"/>
              </a:ext>
            </a:extLst>
          </p:cNvPr>
          <p:cNvCxnSpPr>
            <a:cxnSpLocks/>
          </p:cNvCxnSpPr>
          <p:nvPr userDrawn="1"/>
        </p:nvCxnSpPr>
        <p:spPr>
          <a:xfrm flipV="1">
            <a:off x="7557461" y="4897682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Gerade Verbindung 106">
            <a:extLst>
              <a:ext uri="{FF2B5EF4-FFF2-40B4-BE49-F238E27FC236}">
                <a16:creationId xmlns:a16="http://schemas.microsoft.com/office/drawing/2014/main" id="{B2716440-0CFD-D235-C7CD-F89F08922305}"/>
              </a:ext>
            </a:extLst>
          </p:cNvPr>
          <p:cNvCxnSpPr>
            <a:cxnSpLocks/>
          </p:cNvCxnSpPr>
          <p:nvPr userDrawn="1"/>
        </p:nvCxnSpPr>
        <p:spPr>
          <a:xfrm flipV="1">
            <a:off x="8285962" y="4897682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Gerade Verbindung 107">
            <a:extLst>
              <a:ext uri="{FF2B5EF4-FFF2-40B4-BE49-F238E27FC236}">
                <a16:creationId xmlns:a16="http://schemas.microsoft.com/office/drawing/2014/main" id="{3CABCED1-94E9-CC9E-2C19-2AECD51E83E5}"/>
              </a:ext>
            </a:extLst>
          </p:cNvPr>
          <p:cNvCxnSpPr>
            <a:cxnSpLocks/>
          </p:cNvCxnSpPr>
          <p:nvPr userDrawn="1"/>
        </p:nvCxnSpPr>
        <p:spPr>
          <a:xfrm flipV="1">
            <a:off x="9014463" y="4897682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Gerade Verbindung 108">
            <a:extLst>
              <a:ext uri="{FF2B5EF4-FFF2-40B4-BE49-F238E27FC236}">
                <a16:creationId xmlns:a16="http://schemas.microsoft.com/office/drawing/2014/main" id="{0DF545E9-11E9-7DB6-0BA1-CA29430C14E7}"/>
              </a:ext>
            </a:extLst>
          </p:cNvPr>
          <p:cNvCxnSpPr>
            <a:cxnSpLocks/>
          </p:cNvCxnSpPr>
          <p:nvPr userDrawn="1"/>
        </p:nvCxnSpPr>
        <p:spPr>
          <a:xfrm flipV="1">
            <a:off x="9742964" y="4897682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Gerade Verbindung 109">
            <a:extLst>
              <a:ext uri="{FF2B5EF4-FFF2-40B4-BE49-F238E27FC236}">
                <a16:creationId xmlns:a16="http://schemas.microsoft.com/office/drawing/2014/main" id="{C54858AF-08C1-272A-FDB2-DA4F378D0A89}"/>
              </a:ext>
            </a:extLst>
          </p:cNvPr>
          <p:cNvCxnSpPr>
            <a:cxnSpLocks/>
          </p:cNvCxnSpPr>
          <p:nvPr userDrawn="1"/>
        </p:nvCxnSpPr>
        <p:spPr>
          <a:xfrm flipV="1">
            <a:off x="10471465" y="4897682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Gerade Verbindung 110">
            <a:extLst>
              <a:ext uri="{FF2B5EF4-FFF2-40B4-BE49-F238E27FC236}">
                <a16:creationId xmlns:a16="http://schemas.microsoft.com/office/drawing/2014/main" id="{618419E3-AD5B-3EA3-CB5B-884F94D3B637}"/>
              </a:ext>
            </a:extLst>
          </p:cNvPr>
          <p:cNvCxnSpPr>
            <a:cxnSpLocks/>
          </p:cNvCxnSpPr>
          <p:nvPr userDrawn="1"/>
        </p:nvCxnSpPr>
        <p:spPr>
          <a:xfrm flipV="1">
            <a:off x="11199966" y="4897682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feld 111">
            <a:extLst>
              <a:ext uri="{FF2B5EF4-FFF2-40B4-BE49-F238E27FC236}">
                <a16:creationId xmlns:a16="http://schemas.microsoft.com/office/drawing/2014/main" id="{C9143FCE-9C8F-437C-F61F-30987213FB86}"/>
              </a:ext>
            </a:extLst>
          </p:cNvPr>
          <p:cNvSpPr txBox="1"/>
          <p:nvPr userDrawn="1"/>
        </p:nvSpPr>
        <p:spPr>
          <a:xfrm>
            <a:off x="1097407" y="4926941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09:00</a:t>
            </a:r>
          </a:p>
        </p:txBody>
      </p:sp>
      <p:sp>
        <p:nvSpPr>
          <p:cNvPr id="113" name="Textfeld 112">
            <a:extLst>
              <a:ext uri="{FF2B5EF4-FFF2-40B4-BE49-F238E27FC236}">
                <a16:creationId xmlns:a16="http://schemas.microsoft.com/office/drawing/2014/main" id="{D6AE3D51-DF1A-2F6B-976E-0856DEF1E883}"/>
              </a:ext>
            </a:extLst>
          </p:cNvPr>
          <p:cNvSpPr txBox="1"/>
          <p:nvPr userDrawn="1"/>
        </p:nvSpPr>
        <p:spPr>
          <a:xfrm>
            <a:off x="1804543" y="4926941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10:00</a:t>
            </a:r>
          </a:p>
        </p:txBody>
      </p:sp>
      <p:sp>
        <p:nvSpPr>
          <p:cNvPr id="114" name="Textfeld 113">
            <a:extLst>
              <a:ext uri="{FF2B5EF4-FFF2-40B4-BE49-F238E27FC236}">
                <a16:creationId xmlns:a16="http://schemas.microsoft.com/office/drawing/2014/main" id="{D565D09C-16E1-962C-B22A-015D917CF0A8}"/>
              </a:ext>
            </a:extLst>
          </p:cNvPr>
          <p:cNvSpPr txBox="1"/>
          <p:nvPr userDrawn="1"/>
        </p:nvSpPr>
        <p:spPr>
          <a:xfrm>
            <a:off x="2548255" y="4926941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11:00</a:t>
            </a:r>
          </a:p>
        </p:txBody>
      </p:sp>
      <p:sp>
        <p:nvSpPr>
          <p:cNvPr id="115" name="Textfeld 114">
            <a:extLst>
              <a:ext uri="{FF2B5EF4-FFF2-40B4-BE49-F238E27FC236}">
                <a16:creationId xmlns:a16="http://schemas.microsoft.com/office/drawing/2014/main" id="{1F2703F7-450F-0DC4-BB35-B85629ADD50C}"/>
              </a:ext>
            </a:extLst>
          </p:cNvPr>
          <p:cNvSpPr txBox="1"/>
          <p:nvPr userDrawn="1"/>
        </p:nvSpPr>
        <p:spPr>
          <a:xfrm>
            <a:off x="3999103" y="4926941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13:00</a:t>
            </a:r>
          </a:p>
        </p:txBody>
      </p:sp>
      <p:sp>
        <p:nvSpPr>
          <p:cNvPr id="116" name="Textfeld 115">
            <a:extLst>
              <a:ext uri="{FF2B5EF4-FFF2-40B4-BE49-F238E27FC236}">
                <a16:creationId xmlns:a16="http://schemas.microsoft.com/office/drawing/2014/main" id="{3C453066-190B-FADC-B0C8-858E592146D5}"/>
              </a:ext>
            </a:extLst>
          </p:cNvPr>
          <p:cNvSpPr txBox="1"/>
          <p:nvPr userDrawn="1"/>
        </p:nvSpPr>
        <p:spPr>
          <a:xfrm>
            <a:off x="4742815" y="4926941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14:00</a:t>
            </a:r>
          </a:p>
        </p:txBody>
      </p:sp>
      <p:sp>
        <p:nvSpPr>
          <p:cNvPr id="117" name="Textfeld 116">
            <a:extLst>
              <a:ext uri="{FF2B5EF4-FFF2-40B4-BE49-F238E27FC236}">
                <a16:creationId xmlns:a16="http://schemas.microsoft.com/office/drawing/2014/main" id="{CC409F5C-B8EC-F55A-4622-21DE1A353D16}"/>
              </a:ext>
            </a:extLst>
          </p:cNvPr>
          <p:cNvSpPr txBox="1"/>
          <p:nvPr userDrawn="1"/>
        </p:nvSpPr>
        <p:spPr>
          <a:xfrm>
            <a:off x="5449951" y="4926941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15:00</a:t>
            </a:r>
          </a:p>
        </p:txBody>
      </p:sp>
      <p:sp>
        <p:nvSpPr>
          <p:cNvPr id="118" name="Textfeld 117">
            <a:extLst>
              <a:ext uri="{FF2B5EF4-FFF2-40B4-BE49-F238E27FC236}">
                <a16:creationId xmlns:a16="http://schemas.microsoft.com/office/drawing/2014/main" id="{A574F1E5-1742-AF70-C19F-CFE00C1E337D}"/>
              </a:ext>
            </a:extLst>
          </p:cNvPr>
          <p:cNvSpPr txBox="1"/>
          <p:nvPr userDrawn="1"/>
        </p:nvSpPr>
        <p:spPr>
          <a:xfrm>
            <a:off x="6193663" y="4926941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16:00</a:t>
            </a:r>
          </a:p>
        </p:txBody>
      </p:sp>
      <p:sp>
        <p:nvSpPr>
          <p:cNvPr id="119" name="Textfeld 118">
            <a:extLst>
              <a:ext uri="{FF2B5EF4-FFF2-40B4-BE49-F238E27FC236}">
                <a16:creationId xmlns:a16="http://schemas.microsoft.com/office/drawing/2014/main" id="{441A79C2-8CF3-35CF-7274-B09B5E8A8B36}"/>
              </a:ext>
            </a:extLst>
          </p:cNvPr>
          <p:cNvSpPr txBox="1"/>
          <p:nvPr userDrawn="1"/>
        </p:nvSpPr>
        <p:spPr>
          <a:xfrm>
            <a:off x="3279775" y="4926941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12:00</a:t>
            </a:r>
          </a:p>
        </p:txBody>
      </p:sp>
      <p:sp>
        <p:nvSpPr>
          <p:cNvPr id="120" name="Textfeld 119">
            <a:extLst>
              <a:ext uri="{FF2B5EF4-FFF2-40B4-BE49-F238E27FC236}">
                <a16:creationId xmlns:a16="http://schemas.microsoft.com/office/drawing/2014/main" id="{A7AE2205-25BB-0C13-3070-50CEC51A20CC}"/>
              </a:ext>
            </a:extLst>
          </p:cNvPr>
          <p:cNvSpPr txBox="1"/>
          <p:nvPr userDrawn="1"/>
        </p:nvSpPr>
        <p:spPr>
          <a:xfrm>
            <a:off x="6901016" y="4926941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17:00</a:t>
            </a:r>
          </a:p>
        </p:txBody>
      </p:sp>
      <p:sp>
        <p:nvSpPr>
          <p:cNvPr id="121" name="Textfeld 120">
            <a:extLst>
              <a:ext uri="{FF2B5EF4-FFF2-40B4-BE49-F238E27FC236}">
                <a16:creationId xmlns:a16="http://schemas.microsoft.com/office/drawing/2014/main" id="{5E4C17EC-5E3E-90A0-C1CC-36CF6BF0B2C7}"/>
              </a:ext>
            </a:extLst>
          </p:cNvPr>
          <p:cNvSpPr txBox="1"/>
          <p:nvPr userDrawn="1"/>
        </p:nvSpPr>
        <p:spPr>
          <a:xfrm>
            <a:off x="7644728" y="4926941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18:00</a:t>
            </a:r>
          </a:p>
        </p:txBody>
      </p:sp>
      <p:sp>
        <p:nvSpPr>
          <p:cNvPr id="122" name="Textfeld 121">
            <a:extLst>
              <a:ext uri="{FF2B5EF4-FFF2-40B4-BE49-F238E27FC236}">
                <a16:creationId xmlns:a16="http://schemas.microsoft.com/office/drawing/2014/main" id="{C28EA83B-3B33-B09E-875A-63FBCD9EBDCB}"/>
              </a:ext>
            </a:extLst>
          </p:cNvPr>
          <p:cNvSpPr txBox="1"/>
          <p:nvPr userDrawn="1"/>
        </p:nvSpPr>
        <p:spPr>
          <a:xfrm>
            <a:off x="9095576" y="4926941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20:00</a:t>
            </a:r>
          </a:p>
        </p:txBody>
      </p:sp>
      <p:sp>
        <p:nvSpPr>
          <p:cNvPr id="123" name="Textfeld 122">
            <a:extLst>
              <a:ext uri="{FF2B5EF4-FFF2-40B4-BE49-F238E27FC236}">
                <a16:creationId xmlns:a16="http://schemas.microsoft.com/office/drawing/2014/main" id="{35D9BAE4-F68E-F5A4-BAF0-0FDDF1441BC1}"/>
              </a:ext>
            </a:extLst>
          </p:cNvPr>
          <p:cNvSpPr txBox="1"/>
          <p:nvPr userDrawn="1"/>
        </p:nvSpPr>
        <p:spPr>
          <a:xfrm>
            <a:off x="9839288" y="4926941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21:00</a:t>
            </a:r>
          </a:p>
        </p:txBody>
      </p:sp>
      <p:sp>
        <p:nvSpPr>
          <p:cNvPr id="124" name="Textfeld 123">
            <a:extLst>
              <a:ext uri="{FF2B5EF4-FFF2-40B4-BE49-F238E27FC236}">
                <a16:creationId xmlns:a16="http://schemas.microsoft.com/office/drawing/2014/main" id="{B897B2A2-C706-5C94-85A8-9DF8806E6445}"/>
              </a:ext>
            </a:extLst>
          </p:cNvPr>
          <p:cNvSpPr txBox="1"/>
          <p:nvPr userDrawn="1"/>
        </p:nvSpPr>
        <p:spPr>
          <a:xfrm>
            <a:off x="10546424" y="4926941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22:00</a:t>
            </a:r>
          </a:p>
        </p:txBody>
      </p:sp>
      <p:sp>
        <p:nvSpPr>
          <p:cNvPr id="125" name="Textfeld 124">
            <a:extLst>
              <a:ext uri="{FF2B5EF4-FFF2-40B4-BE49-F238E27FC236}">
                <a16:creationId xmlns:a16="http://schemas.microsoft.com/office/drawing/2014/main" id="{84C8A415-DADB-233B-B134-1ADC3199A1DA}"/>
              </a:ext>
            </a:extLst>
          </p:cNvPr>
          <p:cNvSpPr txBox="1"/>
          <p:nvPr userDrawn="1"/>
        </p:nvSpPr>
        <p:spPr>
          <a:xfrm>
            <a:off x="11290136" y="4926941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23:00</a:t>
            </a:r>
          </a:p>
        </p:txBody>
      </p:sp>
      <p:sp>
        <p:nvSpPr>
          <p:cNvPr id="126" name="Textfeld 125">
            <a:extLst>
              <a:ext uri="{FF2B5EF4-FFF2-40B4-BE49-F238E27FC236}">
                <a16:creationId xmlns:a16="http://schemas.microsoft.com/office/drawing/2014/main" id="{4E1B85F9-8326-EAC1-7D52-57535EB7C436}"/>
              </a:ext>
            </a:extLst>
          </p:cNvPr>
          <p:cNvSpPr txBox="1"/>
          <p:nvPr userDrawn="1"/>
        </p:nvSpPr>
        <p:spPr>
          <a:xfrm>
            <a:off x="8376248" y="4926941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19:00</a:t>
            </a:r>
          </a:p>
        </p:txBody>
      </p:sp>
      <p:sp>
        <p:nvSpPr>
          <p:cNvPr id="127" name="Textplatzhalter 11">
            <a:extLst>
              <a:ext uri="{FF2B5EF4-FFF2-40B4-BE49-F238E27FC236}">
                <a16:creationId xmlns:a16="http://schemas.microsoft.com/office/drawing/2014/main" id="{A72584E4-CAFD-75A7-B667-1FB8C4083447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1000951" y="5146365"/>
            <a:ext cx="1794417" cy="24808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vert="horz" wrap="square" lIns="36000" tIns="36000" rIns="36000" bIns="36000" anchor="ctr" anchorCtr="0">
            <a:noAutofit/>
          </a:bodyPr>
          <a:lstStyle>
            <a:lvl1pPr marL="0" indent="0" algn="ctr">
              <a:buClr>
                <a:schemeClr val="accent2"/>
              </a:buClr>
              <a:buFont typeface="+mj-lt"/>
              <a:buNone/>
              <a:tabLst/>
              <a:defRPr sz="8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28" name="Textplatzhalter 11">
            <a:extLst>
              <a:ext uri="{FF2B5EF4-FFF2-40B4-BE49-F238E27FC236}">
                <a16:creationId xmlns:a16="http://schemas.microsoft.com/office/drawing/2014/main" id="{4AAA0E93-FF4B-1D3B-576D-D854A814E5C8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1000951" y="5475482"/>
            <a:ext cx="1794417" cy="248083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6350">
            <a:solidFill>
              <a:schemeClr val="accent4"/>
            </a:solidFill>
          </a:ln>
        </p:spPr>
        <p:txBody>
          <a:bodyPr vert="horz" wrap="square" lIns="36000" tIns="36000" rIns="36000" bIns="36000" anchor="ctr" anchorCtr="0">
            <a:noAutofit/>
          </a:bodyPr>
          <a:lstStyle>
            <a:lvl1pPr marL="0" indent="0" algn="ctr">
              <a:buClr>
                <a:schemeClr val="accent2"/>
              </a:buClr>
              <a:buFont typeface="+mj-lt"/>
              <a:buNone/>
              <a:tabLst/>
              <a:defRPr sz="8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29" name="Textplatzhalter 11">
            <a:extLst>
              <a:ext uri="{FF2B5EF4-FFF2-40B4-BE49-F238E27FC236}">
                <a16:creationId xmlns:a16="http://schemas.microsoft.com/office/drawing/2014/main" id="{6807E1F5-AD71-C376-8675-C2D39A15403C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2867425" y="5146365"/>
            <a:ext cx="2417268" cy="577200"/>
          </a:xfrm>
          <a:prstGeom prst="roundRect">
            <a:avLst/>
          </a:prstGeom>
          <a:solidFill>
            <a:schemeClr val="accent3"/>
          </a:solidFill>
          <a:ln w="6350">
            <a:solidFill>
              <a:schemeClr val="accent3"/>
            </a:solidFill>
          </a:ln>
        </p:spPr>
        <p:txBody>
          <a:bodyPr vert="horz" wrap="square" lIns="36000" tIns="36000" rIns="36000" bIns="36000" anchor="ctr" anchorCtr="0">
            <a:noAutofit/>
          </a:bodyPr>
          <a:lstStyle>
            <a:lvl1pPr marL="0" indent="0" algn="ctr">
              <a:buClr>
                <a:schemeClr val="accent2"/>
              </a:buClr>
              <a:buFont typeface="+mj-lt"/>
              <a:buNone/>
              <a:tabLst/>
              <a:defRPr sz="800" b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32" name="Textplatzhalter 11">
            <a:extLst>
              <a:ext uri="{FF2B5EF4-FFF2-40B4-BE49-F238E27FC236}">
                <a16:creationId xmlns:a16="http://schemas.microsoft.com/office/drawing/2014/main" id="{80CF78CD-7C25-A513-A50F-07A07883E3F6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6847061" y="5146365"/>
            <a:ext cx="938748" cy="577200"/>
          </a:xfrm>
          <a:prstGeom prst="roundRect">
            <a:avLst/>
          </a:prstGeom>
          <a:solidFill>
            <a:schemeClr val="accent3"/>
          </a:solidFill>
          <a:ln w="6350">
            <a:solidFill>
              <a:schemeClr val="accent3"/>
            </a:solidFill>
          </a:ln>
        </p:spPr>
        <p:txBody>
          <a:bodyPr vert="horz" wrap="square" lIns="36000" tIns="36000" rIns="36000" bIns="36000" anchor="ctr" anchorCtr="0">
            <a:noAutofit/>
          </a:bodyPr>
          <a:lstStyle>
            <a:lvl1pPr marL="0" indent="0" algn="ctr">
              <a:buClr>
                <a:schemeClr val="accent2"/>
              </a:buClr>
              <a:buFont typeface="+mj-lt"/>
              <a:buNone/>
              <a:tabLst/>
              <a:defRPr sz="800" b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33" name="Textplatzhalter 11">
            <a:extLst>
              <a:ext uri="{FF2B5EF4-FFF2-40B4-BE49-F238E27FC236}">
                <a16:creationId xmlns:a16="http://schemas.microsoft.com/office/drawing/2014/main" id="{A25FC25E-AB0B-B00B-F669-D3237E64DA28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7860797" y="5146365"/>
            <a:ext cx="737289" cy="577200"/>
          </a:xfrm>
          <a:prstGeom prst="roundRect">
            <a:avLst/>
          </a:prstGeom>
          <a:solidFill>
            <a:schemeClr val="tx2"/>
          </a:solidFill>
          <a:ln w="6350">
            <a:solidFill>
              <a:schemeClr val="accent1"/>
            </a:solidFill>
          </a:ln>
        </p:spPr>
        <p:txBody>
          <a:bodyPr vert="horz" wrap="square" lIns="36000" tIns="36000" rIns="36000" bIns="36000" anchor="ctr" anchorCtr="0">
            <a:noAutofit/>
          </a:bodyPr>
          <a:lstStyle>
            <a:lvl1pPr marL="0" indent="0" algn="ctr">
              <a:buClr>
                <a:schemeClr val="accent2"/>
              </a:buClr>
              <a:buFont typeface="+mj-lt"/>
              <a:buNone/>
              <a:tabLst/>
              <a:defRPr sz="800" b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34" name="Textplatzhalter 11">
            <a:extLst>
              <a:ext uri="{FF2B5EF4-FFF2-40B4-BE49-F238E27FC236}">
                <a16:creationId xmlns:a16="http://schemas.microsoft.com/office/drawing/2014/main" id="{A6270FBC-DEE6-ADE9-4F96-46B296A1B4B5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5459224" y="5146365"/>
            <a:ext cx="1378787" cy="577200"/>
          </a:xfrm>
          <a:prstGeom prst="roundRect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vert="horz" wrap="square" lIns="36000" tIns="36000" rIns="36000" bIns="36000" anchor="ctr" anchorCtr="0">
            <a:noAutofit/>
          </a:bodyPr>
          <a:lstStyle>
            <a:lvl1pPr marL="0" indent="0" algn="ctr">
              <a:buClr>
                <a:schemeClr val="accent2"/>
              </a:buClr>
              <a:buFont typeface="+mj-lt"/>
              <a:buNone/>
              <a:tabLst/>
              <a:defRPr sz="8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35" name="Textplatzhalter 11">
            <a:extLst>
              <a:ext uri="{FF2B5EF4-FFF2-40B4-BE49-F238E27FC236}">
                <a16:creationId xmlns:a16="http://schemas.microsoft.com/office/drawing/2014/main" id="{7DCA420C-DE99-CB53-BFDD-357AF94C8366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1000814" y="5995087"/>
            <a:ext cx="1794413" cy="407494"/>
          </a:xfrm>
        </p:spPr>
        <p:txBody>
          <a:bodyPr vert="horz" wrap="square" anchor="t" anchorCtr="0">
            <a:noAutofit/>
          </a:bodyPr>
          <a:lstStyle>
            <a:lvl1pPr marL="0" indent="0" algn="l">
              <a:buClr>
                <a:schemeClr val="accent2"/>
              </a:buClr>
              <a:buFont typeface="+mj-lt"/>
              <a:buNone/>
              <a:tabLst/>
              <a:defRPr sz="8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37" name="Textplatzhalter 11">
            <a:extLst>
              <a:ext uri="{FF2B5EF4-FFF2-40B4-BE49-F238E27FC236}">
                <a16:creationId xmlns:a16="http://schemas.microsoft.com/office/drawing/2014/main" id="{CB54FF9D-6D68-6381-BE02-17ECCB547540}"/>
              </a:ext>
            </a:extLst>
          </p:cNvPr>
          <p:cNvSpPr>
            <a:spLocks noGrp="1"/>
          </p:cNvSpPr>
          <p:nvPr>
            <p:ph type="body" sz="quarter" idx="134" hasCustomPrompt="1"/>
          </p:nvPr>
        </p:nvSpPr>
        <p:spPr>
          <a:xfrm>
            <a:off x="5464320" y="6012591"/>
            <a:ext cx="1364640" cy="407494"/>
          </a:xfrm>
        </p:spPr>
        <p:txBody>
          <a:bodyPr vert="horz" wrap="square" anchor="t" anchorCtr="0">
            <a:noAutofit/>
          </a:bodyPr>
          <a:lstStyle>
            <a:lvl1pPr marL="0" indent="0" algn="l">
              <a:buClr>
                <a:schemeClr val="accent2"/>
              </a:buClr>
              <a:buFont typeface="+mj-lt"/>
              <a:buNone/>
              <a:tabLst/>
              <a:defRPr sz="8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38" name="Textplatzhalter 11">
            <a:extLst>
              <a:ext uri="{FF2B5EF4-FFF2-40B4-BE49-F238E27FC236}">
                <a16:creationId xmlns:a16="http://schemas.microsoft.com/office/drawing/2014/main" id="{730D11AD-0F47-473F-AA4B-CDD7ADCE353B}"/>
              </a:ext>
            </a:extLst>
          </p:cNvPr>
          <p:cNvSpPr>
            <a:spLocks noGrp="1"/>
          </p:cNvSpPr>
          <p:nvPr>
            <p:ph type="body" sz="quarter" idx="135" hasCustomPrompt="1"/>
          </p:nvPr>
        </p:nvSpPr>
        <p:spPr>
          <a:xfrm>
            <a:off x="6847568" y="6012591"/>
            <a:ext cx="938242" cy="407494"/>
          </a:xfrm>
        </p:spPr>
        <p:txBody>
          <a:bodyPr vert="horz" wrap="square" anchor="t" anchorCtr="0">
            <a:noAutofit/>
          </a:bodyPr>
          <a:lstStyle>
            <a:lvl1pPr marL="0" indent="0" algn="l">
              <a:buClr>
                <a:schemeClr val="accent2"/>
              </a:buClr>
              <a:buFont typeface="+mj-lt"/>
              <a:buNone/>
              <a:tabLst/>
              <a:defRPr sz="8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39" name="Textplatzhalter 11">
            <a:extLst>
              <a:ext uri="{FF2B5EF4-FFF2-40B4-BE49-F238E27FC236}">
                <a16:creationId xmlns:a16="http://schemas.microsoft.com/office/drawing/2014/main" id="{64485C69-EBEC-390C-274C-61F5E2EB383E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7860797" y="6012591"/>
            <a:ext cx="737287" cy="407494"/>
          </a:xfrm>
        </p:spPr>
        <p:txBody>
          <a:bodyPr vert="horz" wrap="square" anchor="t" anchorCtr="0">
            <a:noAutofit/>
          </a:bodyPr>
          <a:lstStyle>
            <a:lvl1pPr marL="0" indent="0" algn="l">
              <a:buClr>
                <a:schemeClr val="accent2"/>
              </a:buClr>
              <a:buFont typeface="+mj-lt"/>
              <a:buNone/>
              <a:tabLst/>
              <a:defRPr sz="8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42" name="Textplatzhalter 11">
            <a:extLst>
              <a:ext uri="{FF2B5EF4-FFF2-40B4-BE49-F238E27FC236}">
                <a16:creationId xmlns:a16="http://schemas.microsoft.com/office/drawing/2014/main" id="{B4DE3707-52A9-83DC-D046-5921C3C33AC0}"/>
              </a:ext>
            </a:extLst>
          </p:cNvPr>
          <p:cNvSpPr>
            <a:spLocks noGrp="1"/>
          </p:cNvSpPr>
          <p:nvPr>
            <p:ph type="body" sz="quarter" idx="138" hasCustomPrompt="1"/>
          </p:nvPr>
        </p:nvSpPr>
        <p:spPr>
          <a:xfrm>
            <a:off x="2887743" y="6012591"/>
            <a:ext cx="2396950" cy="407494"/>
          </a:xfrm>
        </p:spPr>
        <p:txBody>
          <a:bodyPr vert="horz" wrap="square" anchor="t" anchorCtr="0">
            <a:noAutofit/>
          </a:bodyPr>
          <a:lstStyle>
            <a:lvl1pPr marL="0" indent="0" algn="l">
              <a:buClr>
                <a:schemeClr val="accent2"/>
              </a:buClr>
              <a:buFont typeface="+mj-lt"/>
              <a:buNone/>
              <a:tabLst/>
              <a:defRPr sz="8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2" name="Textplatzhalter 7">
            <a:extLst>
              <a:ext uri="{FF2B5EF4-FFF2-40B4-BE49-F238E27FC236}">
                <a16:creationId xmlns:a16="http://schemas.microsoft.com/office/drawing/2014/main" id="{A7056859-EB14-8D9A-9A84-83F50CDC6A66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267312" y="3014726"/>
            <a:ext cx="1728786" cy="219932"/>
          </a:xfrm>
        </p:spPr>
        <p:txBody>
          <a:bodyPr wrap="square" anchor="b" anchorCtr="0">
            <a:spAutoFit/>
          </a:bodyPr>
          <a:lstStyle>
            <a:lvl1pPr marL="0" indent="0">
              <a:buNone/>
              <a:defRPr cap="all" baseline="0">
                <a:solidFill>
                  <a:schemeClr val="tx1"/>
                </a:solidFill>
              </a:defRPr>
            </a:lvl1pPr>
            <a:lvl2pPr marL="457200" indent="0">
              <a:buNone/>
              <a:defRPr cap="all" baseline="0"/>
            </a:lvl2pPr>
            <a:lvl3pPr marL="914400" indent="0">
              <a:buNone/>
              <a:defRPr cap="all" baseline="0"/>
            </a:lvl3pPr>
            <a:lvl4pPr marL="1371600" indent="0">
              <a:buNone/>
              <a:defRPr cap="all" baseline="0"/>
            </a:lvl4pPr>
            <a:lvl5pPr marL="1828800" indent="0">
              <a:buNone/>
              <a:defRPr cap="all" baseline="0"/>
            </a:lvl5pPr>
          </a:lstStyle>
          <a:p>
            <a:pPr lvl="0"/>
            <a:r>
              <a:rPr lang="de-DE"/>
              <a:t>Day 1 </a:t>
            </a:r>
          </a:p>
        </p:txBody>
      </p:sp>
      <p:sp>
        <p:nvSpPr>
          <p:cNvPr id="4" name="Textplatzhalter 11">
            <a:extLst>
              <a:ext uri="{FF2B5EF4-FFF2-40B4-BE49-F238E27FC236}">
                <a16:creationId xmlns:a16="http://schemas.microsoft.com/office/drawing/2014/main" id="{A76AF83D-EFFD-76E3-92A6-CDE215E02B84}"/>
              </a:ext>
            </a:extLst>
          </p:cNvPr>
          <p:cNvSpPr>
            <a:spLocks noGrp="1"/>
          </p:cNvSpPr>
          <p:nvPr>
            <p:ph type="body" sz="quarter" idx="140" hasCustomPrompt="1"/>
          </p:nvPr>
        </p:nvSpPr>
        <p:spPr>
          <a:xfrm>
            <a:off x="263525" y="3602493"/>
            <a:ext cx="737289" cy="577200"/>
          </a:xfrm>
          <a:prstGeom prst="roundRect">
            <a:avLst/>
          </a:prstGeom>
          <a:solidFill>
            <a:schemeClr val="tx2"/>
          </a:solidFill>
          <a:ln w="6350">
            <a:solidFill>
              <a:schemeClr val="accent1"/>
            </a:solidFill>
          </a:ln>
        </p:spPr>
        <p:txBody>
          <a:bodyPr vert="horz" wrap="square" lIns="36000" tIns="36000" rIns="36000" bIns="36000" anchor="ctr" anchorCtr="0">
            <a:noAutofit/>
          </a:bodyPr>
          <a:lstStyle>
            <a:lvl1pPr marL="0" indent="0" algn="ctr">
              <a:buClr>
                <a:schemeClr val="accent2"/>
              </a:buClr>
              <a:buFont typeface="+mj-lt"/>
              <a:buNone/>
              <a:tabLst/>
              <a:defRPr sz="800" b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C53498CB-0F47-F753-813B-23636AE766F5}"/>
              </a:ext>
            </a:extLst>
          </p:cNvPr>
          <p:cNvCxnSpPr>
            <a:cxnSpLocks/>
          </p:cNvCxnSpPr>
          <p:nvPr userDrawn="1"/>
        </p:nvCxnSpPr>
        <p:spPr>
          <a:xfrm flipV="1">
            <a:off x="272451" y="3353810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54779A73-D9E6-6C24-84C7-0860DFAC155F}"/>
              </a:ext>
            </a:extLst>
          </p:cNvPr>
          <p:cNvSpPr txBox="1"/>
          <p:nvPr userDrawn="1"/>
        </p:nvSpPr>
        <p:spPr>
          <a:xfrm>
            <a:off x="353695" y="3383069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08:00</a:t>
            </a:r>
          </a:p>
        </p:txBody>
      </p:sp>
      <p:cxnSp>
        <p:nvCxnSpPr>
          <p:cNvPr id="13" name="Gerade Verbindung 12">
            <a:extLst>
              <a:ext uri="{FF2B5EF4-FFF2-40B4-BE49-F238E27FC236}">
                <a16:creationId xmlns:a16="http://schemas.microsoft.com/office/drawing/2014/main" id="{D37D4595-C1D1-A364-44EB-0BEDF8D4A6A6}"/>
              </a:ext>
            </a:extLst>
          </p:cNvPr>
          <p:cNvCxnSpPr>
            <a:cxnSpLocks/>
          </p:cNvCxnSpPr>
          <p:nvPr userDrawn="1"/>
        </p:nvCxnSpPr>
        <p:spPr>
          <a:xfrm flipV="1">
            <a:off x="1000952" y="3353810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16">
            <a:extLst>
              <a:ext uri="{FF2B5EF4-FFF2-40B4-BE49-F238E27FC236}">
                <a16:creationId xmlns:a16="http://schemas.microsoft.com/office/drawing/2014/main" id="{B37E8A5E-B453-F008-D743-BFECD4FD2F26}"/>
              </a:ext>
            </a:extLst>
          </p:cNvPr>
          <p:cNvCxnSpPr>
            <a:cxnSpLocks/>
          </p:cNvCxnSpPr>
          <p:nvPr userDrawn="1"/>
        </p:nvCxnSpPr>
        <p:spPr>
          <a:xfrm flipV="1">
            <a:off x="1729453" y="3353810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18">
            <a:extLst>
              <a:ext uri="{FF2B5EF4-FFF2-40B4-BE49-F238E27FC236}">
                <a16:creationId xmlns:a16="http://schemas.microsoft.com/office/drawing/2014/main" id="{DE052DDF-1763-34A3-BDDD-F8718E76C717}"/>
              </a:ext>
            </a:extLst>
          </p:cNvPr>
          <p:cNvCxnSpPr>
            <a:cxnSpLocks/>
          </p:cNvCxnSpPr>
          <p:nvPr userDrawn="1"/>
        </p:nvCxnSpPr>
        <p:spPr>
          <a:xfrm flipV="1">
            <a:off x="2457954" y="3353810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19">
            <a:extLst>
              <a:ext uri="{FF2B5EF4-FFF2-40B4-BE49-F238E27FC236}">
                <a16:creationId xmlns:a16="http://schemas.microsoft.com/office/drawing/2014/main" id="{874692D4-93C6-C16D-8FFD-C7306D8B3BB6}"/>
              </a:ext>
            </a:extLst>
          </p:cNvPr>
          <p:cNvCxnSpPr>
            <a:cxnSpLocks/>
          </p:cNvCxnSpPr>
          <p:nvPr userDrawn="1"/>
        </p:nvCxnSpPr>
        <p:spPr>
          <a:xfrm flipV="1">
            <a:off x="3186455" y="3353810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20">
            <a:extLst>
              <a:ext uri="{FF2B5EF4-FFF2-40B4-BE49-F238E27FC236}">
                <a16:creationId xmlns:a16="http://schemas.microsoft.com/office/drawing/2014/main" id="{23C15773-B080-7FE3-61F8-C370A4CD9328}"/>
              </a:ext>
            </a:extLst>
          </p:cNvPr>
          <p:cNvCxnSpPr>
            <a:cxnSpLocks/>
          </p:cNvCxnSpPr>
          <p:nvPr userDrawn="1"/>
        </p:nvCxnSpPr>
        <p:spPr>
          <a:xfrm flipV="1">
            <a:off x="3914956" y="3353810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21">
            <a:extLst>
              <a:ext uri="{FF2B5EF4-FFF2-40B4-BE49-F238E27FC236}">
                <a16:creationId xmlns:a16="http://schemas.microsoft.com/office/drawing/2014/main" id="{1B928B80-178A-7DFF-05A3-7B50038DBCA3}"/>
              </a:ext>
            </a:extLst>
          </p:cNvPr>
          <p:cNvCxnSpPr>
            <a:cxnSpLocks/>
          </p:cNvCxnSpPr>
          <p:nvPr userDrawn="1"/>
        </p:nvCxnSpPr>
        <p:spPr>
          <a:xfrm flipV="1">
            <a:off x="4643457" y="3353810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22">
            <a:extLst>
              <a:ext uri="{FF2B5EF4-FFF2-40B4-BE49-F238E27FC236}">
                <a16:creationId xmlns:a16="http://schemas.microsoft.com/office/drawing/2014/main" id="{C3E9496A-BD1C-F67E-03B9-06114916B81D}"/>
              </a:ext>
            </a:extLst>
          </p:cNvPr>
          <p:cNvCxnSpPr>
            <a:cxnSpLocks/>
          </p:cNvCxnSpPr>
          <p:nvPr userDrawn="1"/>
        </p:nvCxnSpPr>
        <p:spPr>
          <a:xfrm flipV="1">
            <a:off x="5371958" y="3353810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23">
            <a:extLst>
              <a:ext uri="{FF2B5EF4-FFF2-40B4-BE49-F238E27FC236}">
                <a16:creationId xmlns:a16="http://schemas.microsoft.com/office/drawing/2014/main" id="{E8C3AA9D-621C-6213-E352-3428D0B206BC}"/>
              </a:ext>
            </a:extLst>
          </p:cNvPr>
          <p:cNvCxnSpPr>
            <a:cxnSpLocks/>
          </p:cNvCxnSpPr>
          <p:nvPr userDrawn="1"/>
        </p:nvCxnSpPr>
        <p:spPr>
          <a:xfrm flipV="1">
            <a:off x="6100459" y="3353810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24">
            <a:extLst>
              <a:ext uri="{FF2B5EF4-FFF2-40B4-BE49-F238E27FC236}">
                <a16:creationId xmlns:a16="http://schemas.microsoft.com/office/drawing/2014/main" id="{D58F40BA-EDCB-63AC-C9F0-BB442E50C7EB}"/>
              </a:ext>
            </a:extLst>
          </p:cNvPr>
          <p:cNvCxnSpPr>
            <a:cxnSpLocks/>
          </p:cNvCxnSpPr>
          <p:nvPr userDrawn="1"/>
        </p:nvCxnSpPr>
        <p:spPr>
          <a:xfrm flipV="1">
            <a:off x="6828960" y="3353810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25">
            <a:extLst>
              <a:ext uri="{FF2B5EF4-FFF2-40B4-BE49-F238E27FC236}">
                <a16:creationId xmlns:a16="http://schemas.microsoft.com/office/drawing/2014/main" id="{418BC3D9-6B6E-0026-A40B-ABCB7B35C5FC}"/>
              </a:ext>
            </a:extLst>
          </p:cNvPr>
          <p:cNvCxnSpPr>
            <a:cxnSpLocks/>
          </p:cNvCxnSpPr>
          <p:nvPr userDrawn="1"/>
        </p:nvCxnSpPr>
        <p:spPr>
          <a:xfrm flipV="1">
            <a:off x="7557461" y="3353810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26">
            <a:extLst>
              <a:ext uri="{FF2B5EF4-FFF2-40B4-BE49-F238E27FC236}">
                <a16:creationId xmlns:a16="http://schemas.microsoft.com/office/drawing/2014/main" id="{4B9D7181-FFC8-5679-83B0-9B0141588162}"/>
              </a:ext>
            </a:extLst>
          </p:cNvPr>
          <p:cNvCxnSpPr>
            <a:cxnSpLocks/>
          </p:cNvCxnSpPr>
          <p:nvPr userDrawn="1"/>
        </p:nvCxnSpPr>
        <p:spPr>
          <a:xfrm flipV="1">
            <a:off x="8285962" y="3353810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27">
            <a:extLst>
              <a:ext uri="{FF2B5EF4-FFF2-40B4-BE49-F238E27FC236}">
                <a16:creationId xmlns:a16="http://schemas.microsoft.com/office/drawing/2014/main" id="{6FA3577B-E276-E9E2-A502-A10643A7E3F6}"/>
              </a:ext>
            </a:extLst>
          </p:cNvPr>
          <p:cNvCxnSpPr>
            <a:cxnSpLocks/>
          </p:cNvCxnSpPr>
          <p:nvPr userDrawn="1"/>
        </p:nvCxnSpPr>
        <p:spPr>
          <a:xfrm flipV="1">
            <a:off x="9014463" y="3353810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28">
            <a:extLst>
              <a:ext uri="{FF2B5EF4-FFF2-40B4-BE49-F238E27FC236}">
                <a16:creationId xmlns:a16="http://schemas.microsoft.com/office/drawing/2014/main" id="{B80F543D-52B7-BDE7-1F30-90844873B340}"/>
              </a:ext>
            </a:extLst>
          </p:cNvPr>
          <p:cNvCxnSpPr>
            <a:cxnSpLocks/>
          </p:cNvCxnSpPr>
          <p:nvPr userDrawn="1"/>
        </p:nvCxnSpPr>
        <p:spPr>
          <a:xfrm flipV="1">
            <a:off x="9742964" y="3353810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29">
            <a:extLst>
              <a:ext uri="{FF2B5EF4-FFF2-40B4-BE49-F238E27FC236}">
                <a16:creationId xmlns:a16="http://schemas.microsoft.com/office/drawing/2014/main" id="{4BBA6F37-0A9E-979C-E687-951D761652F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471465" y="3353810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30">
            <a:extLst>
              <a:ext uri="{FF2B5EF4-FFF2-40B4-BE49-F238E27FC236}">
                <a16:creationId xmlns:a16="http://schemas.microsoft.com/office/drawing/2014/main" id="{38EB8F93-B93D-E1A2-B306-23CB1EE6D4A8}"/>
              </a:ext>
            </a:extLst>
          </p:cNvPr>
          <p:cNvCxnSpPr>
            <a:cxnSpLocks/>
          </p:cNvCxnSpPr>
          <p:nvPr userDrawn="1"/>
        </p:nvCxnSpPr>
        <p:spPr>
          <a:xfrm flipV="1">
            <a:off x="11199966" y="3353810"/>
            <a:ext cx="0" cy="972000"/>
          </a:xfrm>
          <a:prstGeom prst="line">
            <a:avLst/>
          </a:prstGeom>
          <a:ln w="63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feld 31">
            <a:extLst>
              <a:ext uri="{FF2B5EF4-FFF2-40B4-BE49-F238E27FC236}">
                <a16:creationId xmlns:a16="http://schemas.microsoft.com/office/drawing/2014/main" id="{7FB40C4D-E92E-0897-ACF1-193BA98C1790}"/>
              </a:ext>
            </a:extLst>
          </p:cNvPr>
          <p:cNvSpPr txBox="1"/>
          <p:nvPr userDrawn="1"/>
        </p:nvSpPr>
        <p:spPr>
          <a:xfrm>
            <a:off x="1097407" y="3383069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09:00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DD4A5A49-5BBA-16E7-D167-012874D3926E}"/>
              </a:ext>
            </a:extLst>
          </p:cNvPr>
          <p:cNvSpPr txBox="1"/>
          <p:nvPr userDrawn="1"/>
        </p:nvSpPr>
        <p:spPr>
          <a:xfrm>
            <a:off x="1804543" y="3383069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10:00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596D224B-2453-2FF0-BA87-7A626C0E68FC}"/>
              </a:ext>
            </a:extLst>
          </p:cNvPr>
          <p:cNvSpPr txBox="1"/>
          <p:nvPr userDrawn="1"/>
        </p:nvSpPr>
        <p:spPr>
          <a:xfrm>
            <a:off x="2548255" y="3383069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11:00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40BF0529-6F0F-7FE6-BF29-8051B4968C21}"/>
              </a:ext>
            </a:extLst>
          </p:cNvPr>
          <p:cNvSpPr txBox="1"/>
          <p:nvPr userDrawn="1"/>
        </p:nvSpPr>
        <p:spPr>
          <a:xfrm>
            <a:off x="3999103" y="3383069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13:00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3608F0DF-60EC-1800-E994-2BA1D355C9E6}"/>
              </a:ext>
            </a:extLst>
          </p:cNvPr>
          <p:cNvSpPr txBox="1"/>
          <p:nvPr userDrawn="1"/>
        </p:nvSpPr>
        <p:spPr>
          <a:xfrm>
            <a:off x="4742815" y="3383069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14:00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9B27D13A-9F56-7475-9337-BB54AD608B74}"/>
              </a:ext>
            </a:extLst>
          </p:cNvPr>
          <p:cNvSpPr txBox="1"/>
          <p:nvPr userDrawn="1"/>
        </p:nvSpPr>
        <p:spPr>
          <a:xfrm>
            <a:off x="5449951" y="3383069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15:00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EB3B11F2-245A-BE23-D176-EF8504ACDBDE}"/>
              </a:ext>
            </a:extLst>
          </p:cNvPr>
          <p:cNvSpPr txBox="1"/>
          <p:nvPr userDrawn="1"/>
        </p:nvSpPr>
        <p:spPr>
          <a:xfrm>
            <a:off x="6193663" y="3383069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16:00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264FE09D-86A0-7CF0-A11A-895195B8C977}"/>
              </a:ext>
            </a:extLst>
          </p:cNvPr>
          <p:cNvSpPr txBox="1"/>
          <p:nvPr userDrawn="1"/>
        </p:nvSpPr>
        <p:spPr>
          <a:xfrm>
            <a:off x="3279775" y="3383069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12:00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8373A490-7CE6-10FC-3B81-0F1FD6F499E2}"/>
              </a:ext>
            </a:extLst>
          </p:cNvPr>
          <p:cNvSpPr txBox="1"/>
          <p:nvPr userDrawn="1"/>
        </p:nvSpPr>
        <p:spPr>
          <a:xfrm>
            <a:off x="6901016" y="3383069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17:00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AD9E7A0E-433E-AFC7-94E2-D6772618AE45}"/>
              </a:ext>
            </a:extLst>
          </p:cNvPr>
          <p:cNvSpPr txBox="1"/>
          <p:nvPr userDrawn="1"/>
        </p:nvSpPr>
        <p:spPr>
          <a:xfrm>
            <a:off x="7644728" y="3383069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18:00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0506E3FF-C448-8357-6A1D-1B0C07A6D735}"/>
              </a:ext>
            </a:extLst>
          </p:cNvPr>
          <p:cNvSpPr txBox="1"/>
          <p:nvPr userDrawn="1"/>
        </p:nvSpPr>
        <p:spPr>
          <a:xfrm>
            <a:off x="9095576" y="3383069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20:00</a:t>
            </a:r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F479FC40-746F-66AD-E76D-DDE1B28D6C40}"/>
              </a:ext>
            </a:extLst>
          </p:cNvPr>
          <p:cNvSpPr txBox="1"/>
          <p:nvPr userDrawn="1"/>
        </p:nvSpPr>
        <p:spPr>
          <a:xfrm>
            <a:off x="9839288" y="3383069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21:00</a:t>
            </a: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C98A132E-0CC9-1A11-15F7-7E1FAB48946A}"/>
              </a:ext>
            </a:extLst>
          </p:cNvPr>
          <p:cNvSpPr txBox="1"/>
          <p:nvPr userDrawn="1"/>
        </p:nvSpPr>
        <p:spPr>
          <a:xfrm>
            <a:off x="10546424" y="3383069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22:00</a:t>
            </a: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5D98934F-C87E-0BB9-53A7-2DDA4C9A6403}"/>
              </a:ext>
            </a:extLst>
          </p:cNvPr>
          <p:cNvSpPr txBox="1"/>
          <p:nvPr userDrawn="1"/>
        </p:nvSpPr>
        <p:spPr>
          <a:xfrm>
            <a:off x="11290136" y="3383069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23:00</a:t>
            </a: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7325E95D-A765-B9B4-6A2F-0C0B1DF57FA1}"/>
              </a:ext>
            </a:extLst>
          </p:cNvPr>
          <p:cNvSpPr txBox="1"/>
          <p:nvPr userDrawn="1"/>
        </p:nvSpPr>
        <p:spPr>
          <a:xfrm>
            <a:off x="8376248" y="3383069"/>
            <a:ext cx="638338" cy="1231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de-DE" sz="800">
                <a:solidFill>
                  <a:schemeClr val="tx1"/>
                </a:solidFill>
              </a:rPr>
              <a:t>19:00</a:t>
            </a:r>
          </a:p>
        </p:txBody>
      </p:sp>
      <p:sp>
        <p:nvSpPr>
          <p:cNvPr id="130" name="Textplatzhalter 11">
            <a:extLst>
              <a:ext uri="{FF2B5EF4-FFF2-40B4-BE49-F238E27FC236}">
                <a16:creationId xmlns:a16="http://schemas.microsoft.com/office/drawing/2014/main" id="{8C47ABF1-54BA-A266-60DF-AF34D1573AD3}"/>
              </a:ext>
            </a:extLst>
          </p:cNvPr>
          <p:cNvSpPr>
            <a:spLocks noGrp="1"/>
          </p:cNvSpPr>
          <p:nvPr>
            <p:ph type="body" sz="quarter" idx="141" hasCustomPrompt="1"/>
          </p:nvPr>
        </p:nvSpPr>
        <p:spPr>
          <a:xfrm>
            <a:off x="1000952" y="3602493"/>
            <a:ext cx="2832892" cy="24808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vert="horz" wrap="square" lIns="36000" tIns="36000" rIns="36000" bIns="36000" anchor="ctr" anchorCtr="0">
            <a:noAutofit/>
          </a:bodyPr>
          <a:lstStyle>
            <a:lvl1pPr marL="0" indent="0" algn="ctr">
              <a:buClr>
                <a:schemeClr val="accent2"/>
              </a:buClr>
              <a:buFont typeface="+mj-lt"/>
              <a:buNone/>
              <a:tabLst/>
              <a:defRPr sz="8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31" name="Textplatzhalter 11">
            <a:extLst>
              <a:ext uri="{FF2B5EF4-FFF2-40B4-BE49-F238E27FC236}">
                <a16:creationId xmlns:a16="http://schemas.microsoft.com/office/drawing/2014/main" id="{621703C4-723A-563A-F6A5-91617D9DB35E}"/>
              </a:ext>
            </a:extLst>
          </p:cNvPr>
          <p:cNvSpPr>
            <a:spLocks noGrp="1"/>
          </p:cNvSpPr>
          <p:nvPr>
            <p:ph type="body" sz="quarter" idx="142" hasCustomPrompt="1"/>
          </p:nvPr>
        </p:nvSpPr>
        <p:spPr>
          <a:xfrm>
            <a:off x="1000952" y="3931610"/>
            <a:ext cx="2832892" cy="248083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6350">
            <a:solidFill>
              <a:schemeClr val="accent4"/>
            </a:solidFill>
          </a:ln>
        </p:spPr>
        <p:txBody>
          <a:bodyPr vert="horz" wrap="square" lIns="36000" tIns="36000" rIns="36000" bIns="36000" anchor="ctr" anchorCtr="0">
            <a:noAutofit/>
          </a:bodyPr>
          <a:lstStyle>
            <a:lvl1pPr marL="0" indent="0" algn="ctr">
              <a:buClr>
                <a:schemeClr val="accent2"/>
              </a:buClr>
              <a:buFont typeface="+mj-lt"/>
              <a:buNone/>
              <a:tabLst/>
              <a:defRPr sz="8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36" name="Textplatzhalter 11">
            <a:extLst>
              <a:ext uri="{FF2B5EF4-FFF2-40B4-BE49-F238E27FC236}">
                <a16:creationId xmlns:a16="http://schemas.microsoft.com/office/drawing/2014/main" id="{08531D71-3AC5-B46E-8F2C-F454BDAFD8E3}"/>
              </a:ext>
            </a:extLst>
          </p:cNvPr>
          <p:cNvSpPr>
            <a:spLocks noGrp="1"/>
          </p:cNvSpPr>
          <p:nvPr>
            <p:ph type="body" sz="quarter" idx="143" hasCustomPrompt="1"/>
          </p:nvPr>
        </p:nvSpPr>
        <p:spPr>
          <a:xfrm>
            <a:off x="3999103" y="3602493"/>
            <a:ext cx="1285589" cy="577200"/>
          </a:xfrm>
          <a:prstGeom prst="roundRect">
            <a:avLst/>
          </a:prstGeom>
          <a:solidFill>
            <a:schemeClr val="accent3"/>
          </a:solidFill>
          <a:ln w="6350">
            <a:solidFill>
              <a:schemeClr val="accent3"/>
            </a:solidFill>
          </a:ln>
        </p:spPr>
        <p:txBody>
          <a:bodyPr vert="horz" wrap="square" lIns="36000" tIns="36000" rIns="36000" bIns="36000" anchor="ctr" anchorCtr="0">
            <a:noAutofit/>
          </a:bodyPr>
          <a:lstStyle>
            <a:lvl1pPr marL="0" indent="0" algn="ctr">
              <a:buClr>
                <a:schemeClr val="accent2"/>
              </a:buClr>
              <a:buFont typeface="+mj-lt"/>
              <a:buNone/>
              <a:tabLst/>
              <a:defRPr sz="800" b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40" name="Textplatzhalter 11">
            <a:extLst>
              <a:ext uri="{FF2B5EF4-FFF2-40B4-BE49-F238E27FC236}">
                <a16:creationId xmlns:a16="http://schemas.microsoft.com/office/drawing/2014/main" id="{E707A6B1-FB4B-3660-F25D-EFB8888CBC2E}"/>
              </a:ext>
            </a:extLst>
          </p:cNvPr>
          <p:cNvSpPr>
            <a:spLocks noGrp="1"/>
          </p:cNvSpPr>
          <p:nvPr>
            <p:ph type="body" sz="quarter" idx="144" hasCustomPrompt="1"/>
          </p:nvPr>
        </p:nvSpPr>
        <p:spPr>
          <a:xfrm>
            <a:off x="5459225" y="3602493"/>
            <a:ext cx="2730401" cy="24808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vert="horz" wrap="square" lIns="36000" tIns="36000" rIns="36000" bIns="36000" anchor="ctr" anchorCtr="0">
            <a:noAutofit/>
          </a:bodyPr>
          <a:lstStyle>
            <a:lvl1pPr marL="0" indent="0" algn="ctr">
              <a:buClr>
                <a:schemeClr val="accent2"/>
              </a:buClr>
              <a:buFont typeface="+mj-lt"/>
              <a:buNone/>
              <a:tabLst/>
              <a:defRPr sz="8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41" name="Textplatzhalter 11">
            <a:extLst>
              <a:ext uri="{FF2B5EF4-FFF2-40B4-BE49-F238E27FC236}">
                <a16:creationId xmlns:a16="http://schemas.microsoft.com/office/drawing/2014/main" id="{7ADDBE60-54AA-0991-7C23-2AA799BD0275}"/>
              </a:ext>
            </a:extLst>
          </p:cNvPr>
          <p:cNvSpPr>
            <a:spLocks noGrp="1"/>
          </p:cNvSpPr>
          <p:nvPr>
            <p:ph type="body" sz="quarter" idx="145" hasCustomPrompt="1"/>
          </p:nvPr>
        </p:nvSpPr>
        <p:spPr>
          <a:xfrm>
            <a:off x="5459225" y="3931610"/>
            <a:ext cx="2730401" cy="248083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6350">
            <a:solidFill>
              <a:schemeClr val="accent4"/>
            </a:solidFill>
          </a:ln>
        </p:spPr>
        <p:txBody>
          <a:bodyPr vert="horz" wrap="square" lIns="36000" tIns="36000" rIns="36000" bIns="36000" anchor="ctr" anchorCtr="0">
            <a:noAutofit/>
          </a:bodyPr>
          <a:lstStyle>
            <a:lvl1pPr marL="0" indent="0" algn="ctr">
              <a:buClr>
                <a:schemeClr val="accent2"/>
              </a:buClr>
              <a:buFont typeface="+mj-lt"/>
              <a:buNone/>
              <a:tabLst/>
              <a:defRPr sz="8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43" name="Textplatzhalter 11">
            <a:extLst>
              <a:ext uri="{FF2B5EF4-FFF2-40B4-BE49-F238E27FC236}">
                <a16:creationId xmlns:a16="http://schemas.microsoft.com/office/drawing/2014/main" id="{A95077AC-E83D-D189-E90B-86B3D11B5DFA}"/>
              </a:ext>
            </a:extLst>
          </p:cNvPr>
          <p:cNvSpPr>
            <a:spLocks noGrp="1"/>
          </p:cNvSpPr>
          <p:nvPr>
            <p:ph type="body" sz="quarter" idx="146" hasCustomPrompt="1"/>
          </p:nvPr>
        </p:nvSpPr>
        <p:spPr>
          <a:xfrm>
            <a:off x="8365509" y="3602493"/>
            <a:ext cx="938748" cy="577200"/>
          </a:xfrm>
          <a:prstGeom prst="roundRect">
            <a:avLst/>
          </a:prstGeom>
          <a:solidFill>
            <a:schemeClr val="accent3"/>
          </a:solidFill>
          <a:ln w="6350">
            <a:solidFill>
              <a:schemeClr val="accent3"/>
            </a:solidFill>
          </a:ln>
        </p:spPr>
        <p:txBody>
          <a:bodyPr vert="horz" wrap="square" lIns="36000" tIns="36000" rIns="36000" bIns="36000" anchor="ctr" anchorCtr="0">
            <a:noAutofit/>
          </a:bodyPr>
          <a:lstStyle>
            <a:lvl1pPr marL="0" indent="0" algn="ctr">
              <a:buClr>
                <a:schemeClr val="accent2"/>
              </a:buClr>
              <a:buFont typeface="+mj-lt"/>
              <a:buNone/>
              <a:tabLst/>
              <a:defRPr sz="800" b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44" name="Textplatzhalter 11">
            <a:extLst>
              <a:ext uri="{FF2B5EF4-FFF2-40B4-BE49-F238E27FC236}">
                <a16:creationId xmlns:a16="http://schemas.microsoft.com/office/drawing/2014/main" id="{9E365541-6FA8-D26C-4851-E9D93963E112}"/>
              </a:ext>
            </a:extLst>
          </p:cNvPr>
          <p:cNvSpPr>
            <a:spLocks noGrp="1"/>
          </p:cNvSpPr>
          <p:nvPr>
            <p:ph type="body" sz="quarter" idx="147" hasCustomPrompt="1"/>
          </p:nvPr>
        </p:nvSpPr>
        <p:spPr>
          <a:xfrm>
            <a:off x="9379245" y="3602493"/>
            <a:ext cx="737289" cy="577200"/>
          </a:xfrm>
          <a:prstGeom prst="roundRect">
            <a:avLst/>
          </a:prstGeom>
          <a:solidFill>
            <a:schemeClr val="tx2"/>
          </a:solidFill>
          <a:ln w="6350">
            <a:solidFill>
              <a:schemeClr val="accent1"/>
            </a:solidFill>
          </a:ln>
        </p:spPr>
        <p:txBody>
          <a:bodyPr vert="horz" wrap="square" lIns="36000" tIns="36000" rIns="36000" bIns="36000" anchor="ctr" anchorCtr="0">
            <a:noAutofit/>
          </a:bodyPr>
          <a:lstStyle>
            <a:lvl1pPr marL="0" indent="0" algn="ctr">
              <a:buClr>
                <a:schemeClr val="accent2"/>
              </a:buClr>
              <a:buFont typeface="+mj-lt"/>
              <a:buNone/>
              <a:tabLst/>
              <a:defRPr sz="800" b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45" name="Textplatzhalter 11">
            <a:extLst>
              <a:ext uri="{FF2B5EF4-FFF2-40B4-BE49-F238E27FC236}">
                <a16:creationId xmlns:a16="http://schemas.microsoft.com/office/drawing/2014/main" id="{DCFE0BAF-064D-EB45-538D-0C242DBF053B}"/>
              </a:ext>
            </a:extLst>
          </p:cNvPr>
          <p:cNvSpPr>
            <a:spLocks noGrp="1"/>
          </p:cNvSpPr>
          <p:nvPr>
            <p:ph type="body" sz="quarter" idx="148" hasCustomPrompt="1"/>
          </p:nvPr>
        </p:nvSpPr>
        <p:spPr>
          <a:xfrm>
            <a:off x="10201940" y="3602493"/>
            <a:ext cx="1717605" cy="577200"/>
          </a:xfrm>
          <a:prstGeom prst="roundRect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vert="horz" wrap="square" lIns="36000" tIns="36000" rIns="36000" bIns="36000" anchor="ctr" anchorCtr="0">
            <a:noAutofit/>
          </a:bodyPr>
          <a:lstStyle>
            <a:lvl1pPr marL="0" indent="0" algn="ctr">
              <a:buClr>
                <a:schemeClr val="accent2"/>
              </a:buClr>
              <a:buFont typeface="+mj-lt"/>
              <a:buNone/>
              <a:tabLst/>
              <a:defRPr sz="8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50222925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0121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DE0CC11-7E5A-1C9E-DCF9-70E16E975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555625"/>
            <a:ext cx="11664950" cy="643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07ED17A-D59E-DB50-E41F-7AAF7FB2F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3525" y="1916113"/>
            <a:ext cx="5707063" cy="468153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861F1FC-E039-B550-6A72-B392918E02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63525" y="6445624"/>
            <a:ext cx="1728788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C91AEAF-85B5-40C6-486A-B91364E792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26486" y="6445624"/>
            <a:ext cx="3741177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E1E0742-5EE4-19DB-BAAB-F3276EFEA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01835" y="6445624"/>
            <a:ext cx="1726639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CD4E02FD-C3A1-7C44-8124-2051456A821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5628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8" r:id="rId36"/>
    <p:sldLayoutId id="2147483701" r:id="rId37"/>
    <p:sldLayoutId id="2147483702" r:id="rId38"/>
    <p:sldLayoutId id="2147483703" r:id="rId39"/>
    <p:sldLayoutId id="2147483704" r:id="rId40"/>
    <p:sldLayoutId id="2147483705" r:id="rId41"/>
    <p:sldLayoutId id="2147483706" r:id="rId42"/>
    <p:sldLayoutId id="2147483707" r:id="rId4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3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3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3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3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3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orient="horz" pos="164">
          <p15:clr>
            <a:srgbClr val="F26B43"/>
          </p15:clr>
        </p15:guide>
        <p15:guide id="4" orient="horz" pos="4156">
          <p15:clr>
            <a:srgbClr val="F26B43"/>
          </p15:clr>
        </p15:guide>
        <p15:guide id="5" pos="166">
          <p15:clr>
            <a:srgbClr val="F26B43"/>
          </p15:clr>
        </p15:guide>
        <p15:guide id="6" pos="7514">
          <p15:clr>
            <a:srgbClr val="F26B43"/>
          </p15:clr>
        </p15:guide>
        <p15:guide id="7" pos="2661">
          <p15:clr>
            <a:srgbClr val="F26B43"/>
          </p15:clr>
        </p15:guide>
        <p15:guide id="8" pos="2502">
          <p15:clr>
            <a:srgbClr val="F26B43"/>
          </p15:clr>
        </p15:guide>
        <p15:guide id="9" pos="5019">
          <p15:clr>
            <a:srgbClr val="F26B43"/>
          </p15:clr>
        </p15:guide>
        <p15:guide id="10" pos="5178">
          <p15:clr>
            <a:srgbClr val="F26B43"/>
          </p15:clr>
        </p15:guide>
        <p15:guide id="11" pos="3919">
          <p15:clr>
            <a:srgbClr val="F26B43"/>
          </p15:clr>
        </p15:guide>
        <p15:guide id="12" pos="3761">
          <p15:clr>
            <a:srgbClr val="F26B43"/>
          </p15:clr>
        </p15:guide>
        <p15:guide id="13" pos="1413">
          <p15:clr>
            <a:srgbClr val="F26B43"/>
          </p15:clr>
        </p15:guide>
        <p15:guide id="14" pos="1255">
          <p15:clr>
            <a:srgbClr val="F26B43"/>
          </p15:clr>
        </p15:guide>
        <p15:guide id="15" pos="6267">
          <p15:clr>
            <a:srgbClr val="F26B43"/>
          </p15:clr>
        </p15:guide>
        <p15:guide id="16" pos="6425">
          <p15:clr>
            <a:srgbClr val="F26B43"/>
          </p15:clr>
        </p15:guide>
        <p15:guide id="17" orient="horz" pos="414">
          <p15:clr>
            <a:srgbClr val="F26B43"/>
          </p15:clr>
        </p15:guide>
        <p15:guide id="18" orient="horz" pos="3906">
          <p15:clr>
            <a:srgbClr val="F26B43"/>
          </p15:clr>
        </p15:guide>
        <p15:guide id="19" orient="horz" pos="1207">
          <p15:clr>
            <a:srgbClr val="F26B43"/>
          </p15:clr>
        </p15:guide>
        <p15:guide id="20" orient="horz" pos="374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1076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hf hdr="0" ftr="0"/>
  <p:txStyles>
    <p:titleStyle>
      <a:lvl1pPr algn="ctr" defTabSz="563181" rtl="0" eaLnBrk="1" latinLnBrk="0" hangingPunct="1">
        <a:spcBef>
          <a:spcPct val="0"/>
        </a:spcBef>
        <a:buNone/>
        <a:defRPr sz="271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1193" indent="-211193" algn="l" defTabSz="563181" rtl="0" eaLnBrk="1" latinLnBrk="0" hangingPunct="1">
        <a:spcBef>
          <a:spcPct val="20000"/>
        </a:spcBef>
        <a:buFont typeface="Arial" pitchFamily="34" charset="0"/>
        <a:buChar char="•"/>
        <a:defRPr sz="1971" kern="1200">
          <a:solidFill>
            <a:schemeClr val="tx1"/>
          </a:solidFill>
          <a:latin typeface="+mn-lt"/>
          <a:ea typeface="+mn-ea"/>
          <a:cs typeface="+mn-cs"/>
        </a:defRPr>
      </a:lvl1pPr>
      <a:lvl2pPr marL="457585" indent="-175994" algn="l" defTabSz="563181" rtl="0" eaLnBrk="1" latinLnBrk="0" hangingPunct="1">
        <a:spcBef>
          <a:spcPct val="20000"/>
        </a:spcBef>
        <a:buFont typeface="Arial" pitchFamily="34" charset="0"/>
        <a:buChar char="–"/>
        <a:defRPr sz="1725" kern="1200">
          <a:solidFill>
            <a:schemeClr val="tx1"/>
          </a:solidFill>
          <a:latin typeface="+mn-lt"/>
          <a:ea typeface="+mn-ea"/>
          <a:cs typeface="+mn-cs"/>
        </a:defRPr>
      </a:lvl2pPr>
      <a:lvl3pPr marL="703977" indent="-140795" algn="l" defTabSz="563181" rtl="0" eaLnBrk="1" latinLnBrk="0" hangingPunct="1">
        <a:spcBef>
          <a:spcPct val="20000"/>
        </a:spcBef>
        <a:buFont typeface="Arial" pitchFamily="34" charset="0"/>
        <a:buChar char="•"/>
        <a:defRPr sz="1478" kern="1200">
          <a:solidFill>
            <a:schemeClr val="tx1"/>
          </a:solidFill>
          <a:latin typeface="+mn-lt"/>
          <a:ea typeface="+mn-ea"/>
          <a:cs typeface="+mn-cs"/>
        </a:defRPr>
      </a:lvl3pPr>
      <a:lvl4pPr marL="985567" indent="-140795" algn="l" defTabSz="563181" rtl="0" eaLnBrk="1" latinLnBrk="0" hangingPunct="1">
        <a:spcBef>
          <a:spcPct val="20000"/>
        </a:spcBef>
        <a:buFont typeface="Arial" pitchFamily="34" charset="0"/>
        <a:buChar char="–"/>
        <a:defRPr sz="1232" kern="1200">
          <a:solidFill>
            <a:schemeClr val="tx1"/>
          </a:solidFill>
          <a:latin typeface="+mn-lt"/>
          <a:ea typeface="+mn-ea"/>
          <a:cs typeface="+mn-cs"/>
        </a:defRPr>
      </a:lvl4pPr>
      <a:lvl5pPr marL="1267159" indent="-140795" algn="l" defTabSz="563181" rtl="0" eaLnBrk="1" latinLnBrk="0" hangingPunct="1">
        <a:spcBef>
          <a:spcPct val="20000"/>
        </a:spcBef>
        <a:buFont typeface="Arial" pitchFamily="34" charset="0"/>
        <a:buChar char="»"/>
        <a:defRPr sz="1232" kern="1200">
          <a:solidFill>
            <a:schemeClr val="tx1"/>
          </a:solidFill>
          <a:latin typeface="+mn-lt"/>
          <a:ea typeface="+mn-ea"/>
          <a:cs typeface="+mn-cs"/>
        </a:defRPr>
      </a:lvl5pPr>
      <a:lvl6pPr marL="1548749" indent="-140795" algn="l" defTabSz="563181" rtl="0" eaLnBrk="1" latinLnBrk="0" hangingPunct="1">
        <a:spcBef>
          <a:spcPct val="20000"/>
        </a:spcBef>
        <a:buFont typeface="Arial" pitchFamily="34" charset="0"/>
        <a:buChar char="•"/>
        <a:defRPr sz="1232" kern="1200">
          <a:solidFill>
            <a:schemeClr val="tx1"/>
          </a:solidFill>
          <a:latin typeface="+mn-lt"/>
          <a:ea typeface="+mn-ea"/>
          <a:cs typeface="+mn-cs"/>
        </a:defRPr>
      </a:lvl6pPr>
      <a:lvl7pPr marL="1830340" indent="-140795" algn="l" defTabSz="563181" rtl="0" eaLnBrk="1" latinLnBrk="0" hangingPunct="1">
        <a:spcBef>
          <a:spcPct val="20000"/>
        </a:spcBef>
        <a:buFont typeface="Arial" pitchFamily="34" charset="0"/>
        <a:buChar char="•"/>
        <a:defRPr sz="1232" kern="1200">
          <a:solidFill>
            <a:schemeClr val="tx1"/>
          </a:solidFill>
          <a:latin typeface="+mn-lt"/>
          <a:ea typeface="+mn-ea"/>
          <a:cs typeface="+mn-cs"/>
        </a:defRPr>
      </a:lvl7pPr>
      <a:lvl8pPr marL="2111931" indent="-140795" algn="l" defTabSz="563181" rtl="0" eaLnBrk="1" latinLnBrk="0" hangingPunct="1">
        <a:spcBef>
          <a:spcPct val="20000"/>
        </a:spcBef>
        <a:buFont typeface="Arial" pitchFamily="34" charset="0"/>
        <a:buChar char="•"/>
        <a:defRPr sz="1232" kern="1200">
          <a:solidFill>
            <a:schemeClr val="tx1"/>
          </a:solidFill>
          <a:latin typeface="+mn-lt"/>
          <a:ea typeface="+mn-ea"/>
          <a:cs typeface="+mn-cs"/>
        </a:defRPr>
      </a:lvl8pPr>
      <a:lvl9pPr marL="2393522" indent="-140795" algn="l" defTabSz="563181" rtl="0" eaLnBrk="1" latinLnBrk="0" hangingPunct="1">
        <a:spcBef>
          <a:spcPct val="20000"/>
        </a:spcBef>
        <a:buFont typeface="Arial" pitchFamily="34" charset="0"/>
        <a:buChar char="•"/>
        <a:defRPr sz="123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63181" rtl="0" eaLnBrk="1" latinLnBrk="0" hangingPunct="1">
        <a:defRPr sz="1109" kern="1200">
          <a:solidFill>
            <a:schemeClr val="tx1"/>
          </a:solidFill>
          <a:latin typeface="+mn-lt"/>
          <a:ea typeface="+mn-ea"/>
          <a:cs typeface="+mn-cs"/>
        </a:defRPr>
      </a:lvl1pPr>
      <a:lvl2pPr marL="281591" algn="l" defTabSz="563181" rtl="0" eaLnBrk="1" latinLnBrk="0" hangingPunct="1">
        <a:defRPr sz="1109" kern="1200">
          <a:solidFill>
            <a:schemeClr val="tx1"/>
          </a:solidFill>
          <a:latin typeface="+mn-lt"/>
          <a:ea typeface="+mn-ea"/>
          <a:cs typeface="+mn-cs"/>
        </a:defRPr>
      </a:lvl2pPr>
      <a:lvl3pPr marL="563181" algn="l" defTabSz="563181" rtl="0" eaLnBrk="1" latinLnBrk="0" hangingPunct="1">
        <a:defRPr sz="1109" kern="1200">
          <a:solidFill>
            <a:schemeClr val="tx1"/>
          </a:solidFill>
          <a:latin typeface="+mn-lt"/>
          <a:ea typeface="+mn-ea"/>
          <a:cs typeface="+mn-cs"/>
        </a:defRPr>
      </a:lvl3pPr>
      <a:lvl4pPr marL="844772" algn="l" defTabSz="563181" rtl="0" eaLnBrk="1" latinLnBrk="0" hangingPunct="1">
        <a:defRPr sz="1109" kern="1200">
          <a:solidFill>
            <a:schemeClr val="tx1"/>
          </a:solidFill>
          <a:latin typeface="+mn-lt"/>
          <a:ea typeface="+mn-ea"/>
          <a:cs typeface="+mn-cs"/>
        </a:defRPr>
      </a:lvl4pPr>
      <a:lvl5pPr marL="1126363" algn="l" defTabSz="563181" rtl="0" eaLnBrk="1" latinLnBrk="0" hangingPunct="1">
        <a:defRPr sz="1109" kern="1200">
          <a:solidFill>
            <a:schemeClr val="tx1"/>
          </a:solidFill>
          <a:latin typeface="+mn-lt"/>
          <a:ea typeface="+mn-ea"/>
          <a:cs typeface="+mn-cs"/>
        </a:defRPr>
      </a:lvl5pPr>
      <a:lvl6pPr marL="1407954" algn="l" defTabSz="563181" rtl="0" eaLnBrk="1" latinLnBrk="0" hangingPunct="1">
        <a:defRPr sz="1109" kern="1200">
          <a:solidFill>
            <a:schemeClr val="tx1"/>
          </a:solidFill>
          <a:latin typeface="+mn-lt"/>
          <a:ea typeface="+mn-ea"/>
          <a:cs typeface="+mn-cs"/>
        </a:defRPr>
      </a:lvl6pPr>
      <a:lvl7pPr marL="1689544" algn="l" defTabSz="563181" rtl="0" eaLnBrk="1" latinLnBrk="0" hangingPunct="1">
        <a:defRPr sz="1109" kern="1200">
          <a:solidFill>
            <a:schemeClr val="tx1"/>
          </a:solidFill>
          <a:latin typeface="+mn-lt"/>
          <a:ea typeface="+mn-ea"/>
          <a:cs typeface="+mn-cs"/>
        </a:defRPr>
      </a:lvl7pPr>
      <a:lvl8pPr marL="1971136" algn="l" defTabSz="563181" rtl="0" eaLnBrk="1" latinLnBrk="0" hangingPunct="1">
        <a:defRPr sz="1109" kern="1200">
          <a:solidFill>
            <a:schemeClr val="tx1"/>
          </a:solidFill>
          <a:latin typeface="+mn-lt"/>
          <a:ea typeface="+mn-ea"/>
          <a:cs typeface="+mn-cs"/>
        </a:defRPr>
      </a:lvl8pPr>
      <a:lvl9pPr marL="2252727" algn="l" defTabSz="563181" rtl="0" eaLnBrk="1" latinLnBrk="0" hangingPunct="1">
        <a:defRPr sz="11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Title &amp; Divider Slides">
  <a:themeElements>
    <a:clrScheme name="One Thousand 3">
      <a:dk1>
        <a:srgbClr val="000000"/>
      </a:dk1>
      <a:lt1>
        <a:srgbClr val="FFFFFF"/>
      </a:lt1>
      <a:dk2>
        <a:srgbClr val="242424"/>
      </a:dk2>
      <a:lt2>
        <a:srgbClr val="D5F89E"/>
      </a:lt2>
      <a:accent1>
        <a:srgbClr val="829DB6"/>
      </a:accent1>
      <a:accent2>
        <a:srgbClr val="19A960"/>
      </a:accent2>
      <a:accent3>
        <a:srgbClr val="4E4E4E"/>
      </a:accent3>
      <a:accent4>
        <a:srgbClr val="E1DDCF"/>
      </a:accent4>
      <a:accent5>
        <a:srgbClr val="E91420"/>
      </a:accent5>
      <a:accent6>
        <a:srgbClr val="FFFFFF"/>
      </a:accent6>
      <a:hlink>
        <a:srgbClr val="D5F89E"/>
      </a:hlink>
      <a:folHlink>
        <a:srgbClr val="E1DDCF"/>
      </a:folHlink>
    </a:clrScheme>
    <a:fontScheme name="One Thousand">
      <a:majorFont>
        <a:latin typeface="Akkurat LL"/>
        <a:ea typeface=""/>
        <a:cs typeface=""/>
      </a:majorFont>
      <a:minorFont>
        <a:latin typeface="Akkurat L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ne_Thousand_PPT_240506" id="{2751F18D-103F-D54C-8990-EBED6D5705EB}" vid="{F61E2A77-BA4B-FB47-8C6C-C38BBA6B2FF0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AF6EF72C297A646B9CBA37A4EE413AE" ma:contentTypeVersion="11" ma:contentTypeDescription="Ein neues Dokument erstellen." ma:contentTypeScope="" ma:versionID="ac8b72dc6c79fbb69b7eee0338c3f934">
  <xsd:schema xmlns:xsd="http://www.w3.org/2001/XMLSchema" xmlns:xs="http://www.w3.org/2001/XMLSchema" xmlns:p="http://schemas.microsoft.com/office/2006/metadata/properties" xmlns:ns2="142a8c13-5356-4a17-95b3-810b4f15b5bd" xmlns:ns3="292ba143-3bde-4f85-a060-2451ee8d112a" targetNamespace="http://schemas.microsoft.com/office/2006/metadata/properties" ma:root="true" ma:fieldsID="3dae94ad716247eb5a8fce3f170d0f52" ns2:_="" ns3:_="">
    <xsd:import namespace="142a8c13-5356-4a17-95b3-810b4f15b5bd"/>
    <xsd:import namespace="292ba143-3bde-4f85-a060-2451ee8d112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2a8c13-5356-4a17-95b3-810b4f15b5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0958eaa7-61c4-40ce-90d9-de1d993d7b0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2ba143-3bde-4f85-a060-2451ee8d112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d161bc8-eeed-4b7c-9226-8570c74336da}" ma:internalName="TaxCatchAll" ma:showField="CatchAllData" ma:web="292ba143-3bde-4f85-a060-2451ee8d112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42a8c13-5356-4a17-95b3-810b4f15b5bd">
      <Terms xmlns="http://schemas.microsoft.com/office/infopath/2007/PartnerControls"/>
    </lcf76f155ced4ddcb4097134ff3c332f>
    <TaxCatchAll xmlns="292ba143-3bde-4f85-a060-2451ee8d112a" xsi:nil="true"/>
  </documentManagement>
</p:properties>
</file>

<file path=customXml/itemProps1.xml><?xml version="1.0" encoding="utf-8"?>
<ds:datastoreItem xmlns:ds="http://schemas.openxmlformats.org/officeDocument/2006/customXml" ds:itemID="{1FA4A9A6-3C02-47DE-B8CA-AB2FB45DF4A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42a8c13-5356-4a17-95b3-810b4f15b5bd"/>
    <ds:schemaRef ds:uri="292ba143-3bde-4f85-a060-2451ee8d112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9E35D05-1743-4DDB-9885-9361F8A335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F3F0DF1-1710-4B7C-ACE4-7E7A3B7EE9E4}">
  <ds:schemaRefs>
    <ds:schemaRef ds:uri="142a8c13-5356-4a17-95b3-810b4f15b5bd"/>
    <ds:schemaRef ds:uri="292ba143-3bde-4f85-a060-2451ee8d112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Breitbild</PresentationFormat>
  <Slides>114</Slides>
  <Notes>39</Notes>
  <HiddenSlides>0</HiddenSlides>
  <ScaleCrop>false</ScaleCrop>
  <HeadingPairs>
    <vt:vector size="4" baseType="variant">
      <vt:variant>
        <vt:lpstr>Design</vt:lpstr>
      </vt:variant>
      <vt:variant>
        <vt:i4>2</vt:i4>
      </vt:variant>
      <vt:variant>
        <vt:lpstr>Folientitel</vt:lpstr>
      </vt:variant>
      <vt:variant>
        <vt:i4>114</vt:i4>
      </vt:variant>
    </vt:vector>
  </HeadingPairs>
  <TitlesOfParts>
    <vt:vector size="116" baseType="lpstr">
      <vt:lpstr>Title &amp; Divider Slides</vt:lpstr>
      <vt:lpstr>1_Office Theme</vt:lpstr>
      <vt:lpstr>Strengthening Montanstahl WitH AI AI Hackathon | Quotation creation</vt:lpstr>
      <vt:lpstr>Check-in</vt:lpstr>
      <vt:lpstr>AI @ Montanstahl – Hackathon Agenda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WHAT IS AI?</vt:lpstr>
      <vt:lpstr>PowerPoint-Präsentation</vt:lpstr>
      <vt:lpstr>PowerPoint-Präsentation</vt:lpstr>
      <vt:lpstr>Getting there…</vt:lpstr>
      <vt:lpstr>The revolution behind ml</vt:lpstr>
      <vt:lpstr>The revolution behind ml</vt:lpstr>
      <vt:lpstr>The revolution behind ml</vt:lpstr>
      <vt:lpstr>The revolution behind ml</vt:lpstr>
      <vt:lpstr>PowerPoint-Präsentation</vt:lpstr>
      <vt:lpstr>PowerPoint-Präsentation</vt:lpstr>
      <vt:lpstr>PowerPoint-Präsentation</vt:lpstr>
      <vt:lpstr>Getting there…</vt:lpstr>
      <vt:lpstr>What is DEEP LEARNING?</vt:lpstr>
      <vt:lpstr>Getting there…</vt:lpstr>
      <vt:lpstr>PowerPoint-Präsentation</vt:lpstr>
      <vt:lpstr>PowerPoint-Präsentation</vt:lpstr>
      <vt:lpstr>PowerPoint-Präsentation</vt:lpstr>
      <vt:lpstr>PowerPoint-Präsentation</vt:lpstr>
      <vt:lpstr>Getting there…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How ai fails!</vt:lpstr>
      <vt:lpstr>NO PAIN, NO GAIN!</vt:lpstr>
      <vt:lpstr>AI for THE VULKAN EIFEL</vt:lpstr>
      <vt:lpstr>PowerPoint-Präsentation</vt:lpstr>
      <vt:lpstr>AI for (NO) TICKETS</vt:lpstr>
      <vt:lpstr>PowerPoint-Präsentation</vt:lpstr>
      <vt:lpstr>PowerPoint-Präsentation</vt:lpstr>
      <vt:lpstr>WITH AI against the shortage of skilled workers</vt:lpstr>
      <vt:lpstr>PowerPoint-Präsentation</vt:lpstr>
      <vt:lpstr>PowerPoint-Präsentation</vt:lpstr>
      <vt:lpstr>PowerPoint-Präsentation</vt:lpstr>
      <vt:lpstr>WITH AI to Dr. Koch's (life) dream</vt:lpstr>
      <vt:lpstr>PowerPoint-Präsentation</vt:lpstr>
      <vt:lpstr>PowerPoint-Präsentation</vt:lpstr>
      <vt:lpstr>PowerPoint-Präsentation</vt:lpstr>
      <vt:lpstr>PowerPoint-Präsentation</vt:lpstr>
      <vt:lpstr>Pain</vt:lpstr>
      <vt:lpstr>Data</vt:lpstr>
      <vt:lpstr>PowerPoint-Präsentation</vt:lpstr>
      <vt:lpstr>APPROACH</vt:lpstr>
      <vt:lpstr>Challenges</vt:lpstr>
      <vt:lpstr>Let’s create A BREAKTHROUGH!</vt:lpstr>
      <vt:lpstr>Strengthening Montanstahl WitH AI AI Hackathon | Quotation creation</vt:lpstr>
      <vt:lpstr>AI @ Montanstahl – Hackathon Agenda DAY 2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What have we done in the past 30h? </vt:lpstr>
      <vt:lpstr>PowerPoint-Präsentation</vt:lpstr>
      <vt:lpstr>PowerPoint-Präsentation</vt:lpstr>
      <vt:lpstr>PowerPoint-Präsentation</vt:lpstr>
      <vt:lpstr>PowerPoint-Präsentation</vt:lpstr>
      <vt:lpstr>DEMO</vt:lpstr>
      <vt:lpstr>Expectations check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 Schleicher</dc:creator>
  <cp:revision>4</cp:revision>
  <dcterms:created xsi:type="dcterms:W3CDTF">2024-07-09T21:17:02Z</dcterms:created>
  <dcterms:modified xsi:type="dcterms:W3CDTF">2026-02-13T14:20:13Z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0x0101008AF6EF72C297A646B9CBA37A4EE413AE</vt:lpwstr>
  </property>
</Properties>
</file>